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8" r:id="rId3"/>
    <p:sldId id="260" r:id="rId4"/>
    <p:sldId id="261" r:id="rId5"/>
    <p:sldId id="263" r:id="rId6"/>
    <p:sldId id="262" r:id="rId7"/>
  </p:sldIdLst>
  <p:sldSz cx="12192000" cy="6858000"/>
  <p:notesSz cx="6858000" cy="9144000"/>
  <p:embeddedFontLst>
    <p:embeddedFont>
      <p:font typeface="微软雅黑" panose="020B0503020204020204" pitchFamily="34" charset="-122"/>
      <p:regular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</p:embeddedFontLst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364" userDrawn="1">
          <p15:clr>
            <a:srgbClr val="A4A3A4"/>
          </p15:clr>
        </p15:guide>
        <p15:guide id="4" orient="horz" pos="550" userDrawn="1">
          <p15:clr>
            <a:srgbClr val="A4A3A4"/>
          </p15:clr>
        </p15:guide>
        <p15:guide id="5" orient="horz" pos="4105" userDrawn="1">
          <p15:clr>
            <a:srgbClr val="A4A3A4"/>
          </p15:clr>
        </p15:guide>
        <p15:guide id="6" pos="7378" userDrawn="1">
          <p15:clr>
            <a:srgbClr val="A4A3A4"/>
          </p15:clr>
        </p15:guide>
        <p15:guide id="7" orient="horz" pos="10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4371"/>
    <a:srgbClr val="2A3960"/>
    <a:srgbClr val="EE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6404" autoAdjust="0"/>
  </p:normalViewPr>
  <p:slideViewPr>
    <p:cSldViewPr snapToGrid="0" showGuides="1">
      <p:cViewPr>
        <p:scale>
          <a:sx n="66" d="100"/>
          <a:sy n="66" d="100"/>
        </p:scale>
        <p:origin x="1764" y="1020"/>
      </p:cViewPr>
      <p:guideLst>
        <p:guide orient="horz" pos="2169"/>
        <p:guide pos="3839"/>
        <p:guide pos="364"/>
        <p:guide orient="horz" pos="550"/>
        <p:guide orient="horz" pos="4105"/>
        <p:guide pos="7378"/>
        <p:guide orient="horz" pos="100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8.xml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hf sldNum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-1"/>
            <a:ext cx="12186286" cy="6858001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3" Type="http://schemas.openxmlformats.org/officeDocument/2006/relationships/theme" Target="../theme/theme1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80" Type="http://schemas.openxmlformats.org/officeDocument/2006/relationships/slideLayout" Target="../slideLayouts/slideLayout80.xml"/><Relationship Id="rId8" Type="http://schemas.openxmlformats.org/officeDocument/2006/relationships/slideLayout" Target="../slideLayouts/slideLayout8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.xml"/><Relationship Id="rId69" Type="http://schemas.openxmlformats.org/officeDocument/2006/relationships/slideLayout" Target="../slideLayouts/slideLayout69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62480-A9DA-40D6-A42E-F2C4EAA26F9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77002-65AA-4060-9573-D0355C08E90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  <p:sldLayoutId id="2147483730" r:id="rId8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8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image" Target="../media/image4.jpeg"/><Relationship Id="rId14" Type="http://schemas.openxmlformats.org/officeDocument/2006/relationships/slideLayout" Target="../slideLayouts/slideLayout7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slideLayout" Target="../slideLayouts/slideLayout7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8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-50800"/>
            <a:ext cx="12192000" cy="6858000"/>
          </a:xfrm>
          <a:prstGeom prst="rect">
            <a:avLst/>
          </a:prstGeom>
          <a:gradFill flip="none" rotWithShape="1">
            <a:gsLst>
              <a:gs pos="5000">
                <a:srgbClr val="314371"/>
              </a:gs>
              <a:gs pos="40000">
                <a:srgbClr val="314371">
                  <a:alpha val="88000"/>
                </a:srgbClr>
              </a:gs>
              <a:gs pos="66000">
                <a:srgbClr val="314371">
                  <a:alpha val="70000"/>
                </a:srgbClr>
              </a:gs>
              <a:gs pos="100000">
                <a:srgbClr val="314371">
                  <a:alpha val="65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1960" y="1768325"/>
            <a:ext cx="6571281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400" b="1">
                <a:solidFill>
                  <a:schemeClr val="bg1"/>
                </a:solidFill>
                <a:cs typeface="+mn-ea"/>
                <a:sym typeface="+mn-lt"/>
              </a:rPr>
              <a:t>小鸟快修</a:t>
            </a:r>
            <a:endParaRPr lang="zh-CN" altLang="en-US" sz="6400" b="1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en-US" altLang="zh-CN" sz="6400" b="1">
                <a:solidFill>
                  <a:schemeClr val="bg1"/>
                </a:solidFill>
                <a:cs typeface="+mn-ea"/>
                <a:sym typeface="+mn-lt"/>
              </a:rPr>
              <a:t> -Web</a:t>
            </a:r>
            <a:r>
              <a:rPr lang="zh-CN" altLang="en-US" sz="6400" b="1">
                <a:solidFill>
                  <a:schemeClr val="bg1"/>
                </a:solidFill>
                <a:cs typeface="+mn-ea"/>
                <a:sym typeface="+mn-lt"/>
              </a:rPr>
              <a:t>组</a:t>
            </a:r>
            <a:endParaRPr lang="zh-CN" altLang="en-US" sz="6400" b="1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6400" spc="-5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5303" y="4110288"/>
            <a:ext cx="652793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200">
                <a:solidFill>
                  <a:schemeClr val="bg1"/>
                </a:solidFill>
                <a:cs typeface="+mn-ea"/>
                <a:sym typeface="+mn-lt"/>
              </a:rPr>
              <a:t>Little Bird Quick Repair-Web Team</a:t>
            </a:r>
            <a:endParaRPr lang="en-US" altLang="zh-CN" sz="1600" spc="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5938" y="4692741"/>
            <a:ext cx="396000" cy="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Freeform 6"/>
          <p:cNvSpPr>
            <a:spLocks noEditPoints="1"/>
          </p:cNvSpPr>
          <p:nvPr/>
        </p:nvSpPr>
        <p:spPr bwMode="auto">
          <a:xfrm>
            <a:off x="515938" y="404450"/>
            <a:ext cx="452371" cy="355266"/>
          </a:xfrm>
          <a:custGeom>
            <a:avLst/>
            <a:gdLst>
              <a:gd name="T0" fmla="*/ 765 w 4202"/>
              <a:gd name="T1" fmla="*/ 1869 h 3300"/>
              <a:gd name="T2" fmla="*/ 2101 w 4202"/>
              <a:gd name="T3" fmla="*/ 2566 h 3300"/>
              <a:gd name="T4" fmla="*/ 3435 w 4202"/>
              <a:gd name="T5" fmla="*/ 1869 h 3300"/>
              <a:gd name="T6" fmla="*/ 3435 w 4202"/>
              <a:gd name="T7" fmla="*/ 2604 h 3300"/>
              <a:gd name="T8" fmla="*/ 2100 w 4202"/>
              <a:gd name="T9" fmla="*/ 3300 h 3300"/>
              <a:gd name="T10" fmla="*/ 765 w 4202"/>
              <a:gd name="T11" fmla="*/ 2604 h 3300"/>
              <a:gd name="T12" fmla="*/ 765 w 4202"/>
              <a:gd name="T13" fmla="*/ 1869 h 3300"/>
              <a:gd name="T14" fmla="*/ 2101 w 4202"/>
              <a:gd name="T15" fmla="*/ 0 h 3300"/>
              <a:gd name="T16" fmla="*/ 4202 w 4202"/>
              <a:gd name="T17" fmla="*/ 1099 h 3300"/>
              <a:gd name="T18" fmla="*/ 4202 w 4202"/>
              <a:gd name="T19" fmla="*/ 2566 h 3300"/>
              <a:gd name="T20" fmla="*/ 3819 w 4202"/>
              <a:gd name="T21" fmla="*/ 2566 h 3300"/>
              <a:gd name="T22" fmla="*/ 3819 w 4202"/>
              <a:gd name="T23" fmla="*/ 1299 h 3300"/>
              <a:gd name="T24" fmla="*/ 2101 w 4202"/>
              <a:gd name="T25" fmla="*/ 2197 h 3300"/>
              <a:gd name="T26" fmla="*/ 0 w 4202"/>
              <a:gd name="T27" fmla="*/ 1099 h 3300"/>
              <a:gd name="T28" fmla="*/ 2101 w 4202"/>
              <a:gd name="T29" fmla="*/ 0 h 3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202" h="3300">
                <a:moveTo>
                  <a:pt x="765" y="1869"/>
                </a:moveTo>
                <a:lnTo>
                  <a:pt x="2101" y="2566"/>
                </a:lnTo>
                <a:lnTo>
                  <a:pt x="3435" y="1869"/>
                </a:lnTo>
                <a:lnTo>
                  <a:pt x="3435" y="2604"/>
                </a:lnTo>
                <a:lnTo>
                  <a:pt x="2100" y="3300"/>
                </a:lnTo>
                <a:lnTo>
                  <a:pt x="765" y="2604"/>
                </a:lnTo>
                <a:lnTo>
                  <a:pt x="765" y="1869"/>
                </a:lnTo>
                <a:close/>
                <a:moveTo>
                  <a:pt x="2101" y="0"/>
                </a:moveTo>
                <a:lnTo>
                  <a:pt x="4202" y="1099"/>
                </a:lnTo>
                <a:lnTo>
                  <a:pt x="4202" y="2566"/>
                </a:lnTo>
                <a:lnTo>
                  <a:pt x="3819" y="2566"/>
                </a:lnTo>
                <a:lnTo>
                  <a:pt x="3819" y="1299"/>
                </a:lnTo>
                <a:lnTo>
                  <a:pt x="2101" y="2197"/>
                </a:lnTo>
                <a:lnTo>
                  <a:pt x="0" y="1099"/>
                </a:lnTo>
                <a:lnTo>
                  <a:pt x="2101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686628" y="432229"/>
            <a:ext cx="255993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-150">
                <a:solidFill>
                  <a:schemeClr val="bg1"/>
                </a:solidFill>
                <a:cs typeface="+mn-ea"/>
                <a:sym typeface="+mn-lt"/>
              </a:rPr>
              <a:t>目录</a:t>
            </a:r>
            <a:endParaRPr lang="zh-CN" altLang="en-US" sz="1600" spc="-1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878285" y="432229"/>
            <a:ext cx="255993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150">
                <a:solidFill>
                  <a:schemeClr val="bg1"/>
                </a:solidFill>
                <a:cs typeface="+mn-ea"/>
                <a:sym typeface="+mn-lt"/>
              </a:rPr>
              <a:t>web</a:t>
            </a:r>
            <a:r>
              <a:rPr lang="zh-CN" altLang="en-US" sz="1600" spc="-150">
                <a:solidFill>
                  <a:schemeClr val="bg1"/>
                </a:solidFill>
                <a:cs typeface="+mn-ea"/>
                <a:sym typeface="+mn-lt"/>
              </a:rPr>
              <a:t>组定位</a:t>
            </a:r>
            <a:endParaRPr lang="zh-CN" altLang="en-US" sz="1600" spc="-1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881256" y="432229"/>
            <a:ext cx="255993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150">
                <a:solidFill>
                  <a:schemeClr val="bg1"/>
                </a:solidFill>
                <a:cs typeface="+mn-ea"/>
                <a:sym typeface="+mn-lt"/>
              </a:rPr>
              <a:t>web</a:t>
            </a:r>
            <a:r>
              <a:rPr lang="zh-CN" altLang="en-US" sz="1600" spc="-150">
                <a:solidFill>
                  <a:schemeClr val="bg1"/>
                </a:solidFill>
                <a:cs typeface="+mn-ea"/>
                <a:sym typeface="+mn-lt"/>
              </a:rPr>
              <a:t>组宗旨</a:t>
            </a:r>
            <a:endParaRPr lang="zh-CN" altLang="en-US" sz="1600" spc="-1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0247085" y="432229"/>
            <a:ext cx="19449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150">
                <a:solidFill>
                  <a:schemeClr val="bg1"/>
                </a:solidFill>
                <a:cs typeface="+mn-ea"/>
                <a:sym typeface="+mn-lt"/>
              </a:rPr>
              <a:t>web</a:t>
            </a:r>
            <a:r>
              <a:rPr lang="zh-CN" altLang="en-US" sz="1600" spc="-150">
                <a:solidFill>
                  <a:schemeClr val="bg1"/>
                </a:solidFill>
                <a:cs typeface="+mn-ea"/>
                <a:sym typeface="+mn-lt"/>
              </a:rPr>
              <a:t>组目的</a:t>
            </a:r>
            <a:endParaRPr lang="zh-CN" altLang="en-US" sz="1600" spc="-15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11715750" y="1706389"/>
            <a:ext cx="0" cy="32575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713699" y="5581202"/>
            <a:ext cx="211635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700" spc="50">
                <a:solidFill>
                  <a:schemeClr val="bg1"/>
                </a:solidFill>
                <a:cs typeface="+mn-ea"/>
                <a:sym typeface="+mn-lt"/>
              </a:rPr>
              <a:t>GRADUATION</a:t>
            </a:r>
            <a:endParaRPr lang="zh-CN" altLang="en-US" sz="1700" spc="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713699" y="5920352"/>
            <a:ext cx="211635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700" spc="50">
                <a:solidFill>
                  <a:schemeClr val="bg1"/>
                </a:solidFill>
                <a:cs typeface="+mn-ea"/>
                <a:sym typeface="+mn-lt"/>
              </a:rPr>
              <a:t>DESIGN</a:t>
            </a:r>
            <a:endParaRPr lang="zh-CN" altLang="en-US" sz="1700" spc="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713699" y="6259501"/>
            <a:ext cx="211635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700" spc="50">
                <a:solidFill>
                  <a:schemeClr val="bg1"/>
                </a:solidFill>
                <a:cs typeface="+mn-ea"/>
                <a:sym typeface="+mn-lt"/>
              </a:rPr>
              <a:t>TEMPLATE</a:t>
            </a:r>
            <a:endParaRPr lang="en-US" altLang="zh-CN" sz="1700" spc="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92525" y="442595"/>
            <a:ext cx="728345" cy="32385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300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22885" y="447040"/>
            <a:ext cx="713105" cy="323850"/>
          </a:xfrm>
          <a:prstGeom prst="rect">
            <a:avLst/>
          </a:prstGeom>
          <a:solidFill>
            <a:srgbClr val="314371"/>
          </a:solidFill>
          <a:ln w="6350">
            <a:solidFill>
              <a:srgbClr val="31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770" y="447040"/>
            <a:ext cx="19056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-150">
                <a:solidFill>
                  <a:schemeClr val="bg1"/>
                </a:solidFill>
                <a:cs typeface="+mn-ea"/>
                <a:sym typeface="+mn-lt"/>
              </a:rPr>
              <a:t>目录</a:t>
            </a:r>
            <a:endParaRPr lang="zh-CN" altLang="en-US" sz="1600" spc="-1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97025" y="447040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150">
                <a:solidFill>
                  <a:srgbClr val="314371"/>
                </a:solidFill>
                <a:cs typeface="+mn-ea"/>
                <a:sym typeface="+mn-lt"/>
              </a:rPr>
              <a:t>Web</a:t>
            </a:r>
            <a:r>
              <a:rPr lang="zh-CN" altLang="en-US" sz="1600" spc="-150">
                <a:solidFill>
                  <a:srgbClr val="314371"/>
                </a:solidFill>
                <a:cs typeface="+mn-ea"/>
                <a:sym typeface="+mn-lt"/>
              </a:rPr>
              <a:t>组的定位</a:t>
            </a:r>
            <a:endParaRPr lang="zh-CN" altLang="en-US" sz="1600" spc="-15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67455" y="447040"/>
            <a:ext cx="1943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150">
                <a:solidFill>
                  <a:srgbClr val="314371"/>
                </a:solidFill>
                <a:cs typeface="+mn-ea"/>
                <a:sym typeface="+mn-lt"/>
              </a:rPr>
              <a:t>Web</a:t>
            </a:r>
            <a:r>
              <a:rPr lang="zh-CN" altLang="en-US" sz="1600" spc="-150">
                <a:solidFill>
                  <a:srgbClr val="314371"/>
                </a:solidFill>
                <a:cs typeface="+mn-ea"/>
                <a:sym typeface="+mn-lt"/>
              </a:rPr>
              <a:t>组的宗旨</a:t>
            </a:r>
            <a:endParaRPr lang="zh-CN" altLang="en-US" sz="1600" spc="-15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85757" y="446834"/>
            <a:ext cx="19449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150">
                <a:solidFill>
                  <a:srgbClr val="314371"/>
                </a:solidFill>
                <a:cs typeface="+mn-ea"/>
                <a:sym typeface="+mn-lt"/>
              </a:rPr>
              <a:t>Web</a:t>
            </a:r>
            <a:r>
              <a:rPr lang="zh-CN" altLang="en-US" sz="1600" spc="-150">
                <a:solidFill>
                  <a:srgbClr val="314371"/>
                </a:solidFill>
                <a:cs typeface="+mn-ea"/>
                <a:sym typeface="+mn-lt"/>
              </a:rPr>
              <a:t>组的目的</a:t>
            </a:r>
            <a:endParaRPr lang="zh-CN" altLang="en-US" sz="1600" spc="-15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12" name="Freeform 6"/>
          <p:cNvSpPr>
            <a:spLocks noEditPoints="1"/>
          </p:cNvSpPr>
          <p:nvPr/>
        </p:nvSpPr>
        <p:spPr bwMode="auto">
          <a:xfrm>
            <a:off x="10604618" y="404450"/>
            <a:ext cx="452371" cy="355266"/>
          </a:xfrm>
          <a:custGeom>
            <a:avLst/>
            <a:gdLst>
              <a:gd name="T0" fmla="*/ 765 w 4202"/>
              <a:gd name="T1" fmla="*/ 1869 h 3300"/>
              <a:gd name="T2" fmla="*/ 2101 w 4202"/>
              <a:gd name="T3" fmla="*/ 2566 h 3300"/>
              <a:gd name="T4" fmla="*/ 3435 w 4202"/>
              <a:gd name="T5" fmla="*/ 1869 h 3300"/>
              <a:gd name="T6" fmla="*/ 3435 w 4202"/>
              <a:gd name="T7" fmla="*/ 2604 h 3300"/>
              <a:gd name="T8" fmla="*/ 2100 w 4202"/>
              <a:gd name="T9" fmla="*/ 3300 h 3300"/>
              <a:gd name="T10" fmla="*/ 765 w 4202"/>
              <a:gd name="T11" fmla="*/ 2604 h 3300"/>
              <a:gd name="T12" fmla="*/ 765 w 4202"/>
              <a:gd name="T13" fmla="*/ 1869 h 3300"/>
              <a:gd name="T14" fmla="*/ 2101 w 4202"/>
              <a:gd name="T15" fmla="*/ 0 h 3300"/>
              <a:gd name="T16" fmla="*/ 4202 w 4202"/>
              <a:gd name="T17" fmla="*/ 1099 h 3300"/>
              <a:gd name="T18" fmla="*/ 4202 w 4202"/>
              <a:gd name="T19" fmla="*/ 2566 h 3300"/>
              <a:gd name="T20" fmla="*/ 3819 w 4202"/>
              <a:gd name="T21" fmla="*/ 2566 h 3300"/>
              <a:gd name="T22" fmla="*/ 3819 w 4202"/>
              <a:gd name="T23" fmla="*/ 1299 h 3300"/>
              <a:gd name="T24" fmla="*/ 2101 w 4202"/>
              <a:gd name="T25" fmla="*/ 2197 h 3300"/>
              <a:gd name="T26" fmla="*/ 0 w 4202"/>
              <a:gd name="T27" fmla="*/ 1099 h 3300"/>
              <a:gd name="T28" fmla="*/ 2101 w 4202"/>
              <a:gd name="T29" fmla="*/ 0 h 3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202" h="3300">
                <a:moveTo>
                  <a:pt x="765" y="1869"/>
                </a:moveTo>
                <a:lnTo>
                  <a:pt x="2101" y="2566"/>
                </a:lnTo>
                <a:lnTo>
                  <a:pt x="3435" y="1869"/>
                </a:lnTo>
                <a:lnTo>
                  <a:pt x="3435" y="2604"/>
                </a:lnTo>
                <a:lnTo>
                  <a:pt x="2100" y="3300"/>
                </a:lnTo>
                <a:lnTo>
                  <a:pt x="765" y="2604"/>
                </a:lnTo>
                <a:lnTo>
                  <a:pt x="765" y="1869"/>
                </a:lnTo>
                <a:close/>
                <a:moveTo>
                  <a:pt x="2101" y="0"/>
                </a:moveTo>
                <a:lnTo>
                  <a:pt x="4202" y="1099"/>
                </a:lnTo>
                <a:lnTo>
                  <a:pt x="4202" y="2566"/>
                </a:lnTo>
                <a:lnTo>
                  <a:pt x="3819" y="2566"/>
                </a:lnTo>
                <a:lnTo>
                  <a:pt x="3819" y="1299"/>
                </a:lnTo>
                <a:lnTo>
                  <a:pt x="2101" y="2197"/>
                </a:lnTo>
                <a:lnTo>
                  <a:pt x="0" y="1099"/>
                </a:lnTo>
                <a:lnTo>
                  <a:pt x="2101" y="0"/>
                </a:lnTo>
                <a:close/>
              </a:path>
            </a:pathLst>
          </a:custGeom>
          <a:solidFill>
            <a:srgbClr val="31437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72101" y="1773930"/>
            <a:ext cx="2016432" cy="2016432"/>
            <a:chOff x="6270911" y="4724409"/>
            <a:chExt cx="2016432" cy="2016432"/>
          </a:xfrm>
        </p:grpSpPr>
        <p:sp>
          <p:nvSpPr>
            <p:cNvPr id="14" name="椭圆 13"/>
            <p:cNvSpPr/>
            <p:nvPr/>
          </p:nvSpPr>
          <p:spPr>
            <a:xfrm>
              <a:off x="6360123" y="4813621"/>
              <a:ext cx="1838008" cy="1838008"/>
            </a:xfrm>
            <a:prstGeom prst="ellipse">
              <a:avLst/>
            </a:prstGeom>
            <a:solidFill>
              <a:srgbClr val="31437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6959359" y="5277163"/>
              <a:ext cx="639536" cy="929804"/>
              <a:chOff x="3738563" y="1588"/>
              <a:chExt cx="4714875" cy="6854825"/>
            </a:xfrm>
            <a:solidFill>
              <a:schemeClr val="bg1"/>
            </a:solidFill>
          </p:grpSpPr>
          <p:sp>
            <p:nvSpPr>
              <p:cNvPr id="16" name="Freeform 14"/>
              <p:cNvSpPr>
                <a:spLocks noEditPoints="1"/>
              </p:cNvSpPr>
              <p:nvPr/>
            </p:nvSpPr>
            <p:spPr bwMode="auto">
              <a:xfrm>
                <a:off x="3738563" y="1588"/>
                <a:ext cx="4714875" cy="6854825"/>
              </a:xfrm>
              <a:custGeom>
                <a:avLst/>
                <a:gdLst>
                  <a:gd name="T0" fmla="*/ 1126 w 2253"/>
                  <a:gd name="T1" fmla="*/ 0 h 3277"/>
                  <a:gd name="T2" fmla="*/ 0 w 2253"/>
                  <a:gd name="T3" fmla="*/ 1126 h 3277"/>
                  <a:gd name="T4" fmla="*/ 512 w 2253"/>
                  <a:gd name="T5" fmla="*/ 2360 h 3277"/>
                  <a:gd name="T6" fmla="*/ 1126 w 2253"/>
                  <a:gd name="T7" fmla="*/ 3277 h 3277"/>
                  <a:gd name="T8" fmla="*/ 1741 w 2253"/>
                  <a:gd name="T9" fmla="*/ 2363 h 3277"/>
                  <a:gd name="T10" fmla="*/ 2253 w 2253"/>
                  <a:gd name="T11" fmla="*/ 1126 h 3277"/>
                  <a:gd name="T12" fmla="*/ 1126 w 2253"/>
                  <a:gd name="T13" fmla="*/ 0 h 3277"/>
                  <a:gd name="T14" fmla="*/ 1392 w 2253"/>
                  <a:gd name="T15" fmla="*/ 2783 h 3277"/>
                  <a:gd name="T16" fmla="*/ 880 w 2253"/>
                  <a:gd name="T17" fmla="*/ 2847 h 3277"/>
                  <a:gd name="T18" fmla="*/ 818 w 2253"/>
                  <a:gd name="T19" fmla="*/ 2653 h 3277"/>
                  <a:gd name="T20" fmla="*/ 1452 w 2253"/>
                  <a:gd name="T21" fmla="*/ 2574 h 3277"/>
                  <a:gd name="T22" fmla="*/ 1434 w 2253"/>
                  <a:gd name="T23" fmla="*/ 2662 h 3277"/>
                  <a:gd name="T24" fmla="*/ 1392 w 2253"/>
                  <a:gd name="T25" fmla="*/ 2783 h 3277"/>
                  <a:gd name="T26" fmla="*/ 793 w 2253"/>
                  <a:gd name="T27" fmla="*/ 2551 h 3277"/>
                  <a:gd name="T28" fmla="*/ 729 w 2253"/>
                  <a:gd name="T29" fmla="*/ 2355 h 3277"/>
                  <a:gd name="T30" fmla="*/ 1525 w 2253"/>
                  <a:gd name="T31" fmla="*/ 2355 h 3277"/>
                  <a:gd name="T32" fmla="*/ 1489 w 2253"/>
                  <a:gd name="T33" fmla="*/ 2464 h 3277"/>
                  <a:gd name="T34" fmla="*/ 793 w 2253"/>
                  <a:gd name="T35" fmla="*/ 2551 h 3277"/>
                  <a:gd name="T36" fmla="*/ 1126 w 2253"/>
                  <a:gd name="T37" fmla="*/ 3072 h 3277"/>
                  <a:gd name="T38" fmla="*/ 922 w 2253"/>
                  <a:gd name="T39" fmla="*/ 2944 h 3277"/>
                  <a:gd name="T40" fmla="*/ 1356 w 2253"/>
                  <a:gd name="T41" fmla="*/ 2890 h 3277"/>
                  <a:gd name="T42" fmla="*/ 1126 w 2253"/>
                  <a:gd name="T43" fmla="*/ 3072 h 3277"/>
                  <a:gd name="T44" fmla="*/ 1605 w 2253"/>
                  <a:gd name="T45" fmla="*/ 2150 h 3277"/>
                  <a:gd name="T46" fmla="*/ 649 w 2253"/>
                  <a:gd name="T47" fmla="*/ 2150 h 3277"/>
                  <a:gd name="T48" fmla="*/ 476 w 2253"/>
                  <a:gd name="T49" fmla="*/ 1821 h 3277"/>
                  <a:gd name="T50" fmla="*/ 205 w 2253"/>
                  <a:gd name="T51" fmla="*/ 1126 h 3277"/>
                  <a:gd name="T52" fmla="*/ 1126 w 2253"/>
                  <a:gd name="T53" fmla="*/ 205 h 3277"/>
                  <a:gd name="T54" fmla="*/ 2048 w 2253"/>
                  <a:gd name="T55" fmla="*/ 1126 h 3277"/>
                  <a:gd name="T56" fmla="*/ 1776 w 2253"/>
                  <a:gd name="T57" fmla="*/ 1822 h 3277"/>
                  <a:gd name="T58" fmla="*/ 1605 w 2253"/>
                  <a:gd name="T59" fmla="*/ 2150 h 3277"/>
                  <a:gd name="T60" fmla="*/ 1605 w 2253"/>
                  <a:gd name="T61" fmla="*/ 2150 h 3277"/>
                  <a:gd name="T62" fmla="*/ 1605 w 2253"/>
                  <a:gd name="T63" fmla="*/ 2150 h 3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253" h="3277">
                    <a:moveTo>
                      <a:pt x="1126" y="0"/>
                    </a:moveTo>
                    <a:cubicBezTo>
                      <a:pt x="504" y="0"/>
                      <a:pt x="0" y="504"/>
                      <a:pt x="0" y="1126"/>
                    </a:cubicBezTo>
                    <a:cubicBezTo>
                      <a:pt x="0" y="1536"/>
                      <a:pt x="378" y="1976"/>
                      <a:pt x="512" y="2360"/>
                    </a:cubicBezTo>
                    <a:cubicBezTo>
                      <a:pt x="717" y="2934"/>
                      <a:pt x="697" y="3277"/>
                      <a:pt x="1126" y="3277"/>
                    </a:cubicBezTo>
                    <a:cubicBezTo>
                      <a:pt x="1555" y="3277"/>
                      <a:pt x="1536" y="2936"/>
                      <a:pt x="1741" y="2363"/>
                    </a:cubicBezTo>
                    <a:cubicBezTo>
                      <a:pt x="1876" y="1978"/>
                      <a:pt x="2253" y="1536"/>
                      <a:pt x="2253" y="1126"/>
                    </a:cubicBezTo>
                    <a:cubicBezTo>
                      <a:pt x="2253" y="504"/>
                      <a:pt x="1749" y="0"/>
                      <a:pt x="1126" y="0"/>
                    </a:cubicBezTo>
                    <a:close/>
                    <a:moveTo>
                      <a:pt x="1392" y="2783"/>
                    </a:moveTo>
                    <a:cubicBezTo>
                      <a:pt x="880" y="2847"/>
                      <a:pt x="880" y="2847"/>
                      <a:pt x="880" y="2847"/>
                    </a:cubicBezTo>
                    <a:cubicBezTo>
                      <a:pt x="861" y="2794"/>
                      <a:pt x="842" y="2733"/>
                      <a:pt x="818" y="2653"/>
                    </a:cubicBezTo>
                    <a:cubicBezTo>
                      <a:pt x="1452" y="2574"/>
                      <a:pt x="1452" y="2574"/>
                      <a:pt x="1452" y="2574"/>
                    </a:cubicBezTo>
                    <a:cubicBezTo>
                      <a:pt x="1434" y="2662"/>
                      <a:pt x="1434" y="2662"/>
                      <a:pt x="1434" y="2662"/>
                    </a:cubicBezTo>
                    <a:cubicBezTo>
                      <a:pt x="1415" y="2706"/>
                      <a:pt x="1403" y="2746"/>
                      <a:pt x="1392" y="2783"/>
                    </a:cubicBezTo>
                    <a:close/>
                    <a:moveTo>
                      <a:pt x="793" y="2551"/>
                    </a:moveTo>
                    <a:cubicBezTo>
                      <a:pt x="773" y="2489"/>
                      <a:pt x="752" y="2423"/>
                      <a:pt x="729" y="2355"/>
                    </a:cubicBezTo>
                    <a:cubicBezTo>
                      <a:pt x="1525" y="2355"/>
                      <a:pt x="1525" y="2355"/>
                      <a:pt x="1525" y="2355"/>
                    </a:cubicBezTo>
                    <a:cubicBezTo>
                      <a:pt x="1512" y="2392"/>
                      <a:pt x="1499" y="2429"/>
                      <a:pt x="1489" y="2464"/>
                    </a:cubicBezTo>
                    <a:lnTo>
                      <a:pt x="793" y="2551"/>
                    </a:lnTo>
                    <a:close/>
                    <a:moveTo>
                      <a:pt x="1126" y="3072"/>
                    </a:moveTo>
                    <a:cubicBezTo>
                      <a:pt x="1035" y="3089"/>
                      <a:pt x="946" y="3033"/>
                      <a:pt x="922" y="2944"/>
                    </a:cubicBezTo>
                    <a:cubicBezTo>
                      <a:pt x="1356" y="2890"/>
                      <a:pt x="1356" y="2890"/>
                      <a:pt x="1356" y="2890"/>
                    </a:cubicBezTo>
                    <a:cubicBezTo>
                      <a:pt x="1293" y="3059"/>
                      <a:pt x="1247" y="3072"/>
                      <a:pt x="1126" y="3072"/>
                    </a:cubicBezTo>
                    <a:close/>
                    <a:moveTo>
                      <a:pt x="1605" y="2150"/>
                    </a:moveTo>
                    <a:cubicBezTo>
                      <a:pt x="649" y="2150"/>
                      <a:pt x="649" y="2150"/>
                      <a:pt x="649" y="2150"/>
                    </a:cubicBezTo>
                    <a:cubicBezTo>
                      <a:pt x="598" y="2040"/>
                      <a:pt x="537" y="1929"/>
                      <a:pt x="476" y="1821"/>
                    </a:cubicBezTo>
                    <a:cubicBezTo>
                      <a:pt x="343" y="1582"/>
                      <a:pt x="205" y="1331"/>
                      <a:pt x="205" y="1126"/>
                    </a:cubicBezTo>
                    <a:cubicBezTo>
                      <a:pt x="205" y="617"/>
                      <a:pt x="617" y="205"/>
                      <a:pt x="1126" y="205"/>
                    </a:cubicBezTo>
                    <a:cubicBezTo>
                      <a:pt x="1635" y="205"/>
                      <a:pt x="2048" y="617"/>
                      <a:pt x="2048" y="1126"/>
                    </a:cubicBezTo>
                    <a:cubicBezTo>
                      <a:pt x="2048" y="1331"/>
                      <a:pt x="1910" y="1582"/>
                      <a:pt x="1776" y="1822"/>
                    </a:cubicBezTo>
                    <a:cubicBezTo>
                      <a:pt x="1716" y="1930"/>
                      <a:pt x="1656" y="2041"/>
                      <a:pt x="1605" y="2150"/>
                    </a:cubicBezTo>
                    <a:close/>
                    <a:moveTo>
                      <a:pt x="1605" y="2150"/>
                    </a:moveTo>
                    <a:cubicBezTo>
                      <a:pt x="1605" y="2150"/>
                      <a:pt x="1605" y="2150"/>
                      <a:pt x="1605" y="215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Freeform 15"/>
              <p:cNvSpPr>
                <a:spLocks noEditPoints="1"/>
              </p:cNvSpPr>
              <p:nvPr/>
            </p:nvSpPr>
            <p:spPr bwMode="auto">
              <a:xfrm>
                <a:off x="4810126" y="1073150"/>
                <a:ext cx="1393825" cy="1392238"/>
              </a:xfrm>
              <a:custGeom>
                <a:avLst/>
                <a:gdLst>
                  <a:gd name="T0" fmla="*/ 614 w 666"/>
                  <a:gd name="T1" fmla="*/ 0 h 666"/>
                  <a:gd name="T2" fmla="*/ 0 w 666"/>
                  <a:gd name="T3" fmla="*/ 614 h 666"/>
                  <a:gd name="T4" fmla="*/ 51 w 666"/>
                  <a:gd name="T5" fmla="*/ 666 h 666"/>
                  <a:gd name="T6" fmla="*/ 102 w 666"/>
                  <a:gd name="T7" fmla="*/ 614 h 666"/>
                  <a:gd name="T8" fmla="*/ 614 w 666"/>
                  <a:gd name="T9" fmla="*/ 102 h 666"/>
                  <a:gd name="T10" fmla="*/ 666 w 666"/>
                  <a:gd name="T11" fmla="*/ 51 h 666"/>
                  <a:gd name="T12" fmla="*/ 614 w 666"/>
                  <a:gd name="T13" fmla="*/ 0 h 666"/>
                  <a:gd name="T14" fmla="*/ 614 w 666"/>
                  <a:gd name="T15" fmla="*/ 0 h 666"/>
                  <a:gd name="T16" fmla="*/ 614 w 666"/>
                  <a:gd name="T17" fmla="*/ 0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6" h="666">
                    <a:moveTo>
                      <a:pt x="614" y="0"/>
                    </a:moveTo>
                    <a:cubicBezTo>
                      <a:pt x="275" y="0"/>
                      <a:pt x="0" y="275"/>
                      <a:pt x="0" y="614"/>
                    </a:cubicBezTo>
                    <a:cubicBezTo>
                      <a:pt x="0" y="643"/>
                      <a:pt x="23" y="666"/>
                      <a:pt x="51" y="666"/>
                    </a:cubicBezTo>
                    <a:cubicBezTo>
                      <a:pt x="79" y="666"/>
                      <a:pt x="102" y="643"/>
                      <a:pt x="102" y="614"/>
                    </a:cubicBezTo>
                    <a:cubicBezTo>
                      <a:pt x="102" y="332"/>
                      <a:pt x="332" y="102"/>
                      <a:pt x="614" y="102"/>
                    </a:cubicBezTo>
                    <a:cubicBezTo>
                      <a:pt x="643" y="102"/>
                      <a:pt x="666" y="79"/>
                      <a:pt x="666" y="51"/>
                    </a:cubicBezTo>
                    <a:cubicBezTo>
                      <a:pt x="666" y="23"/>
                      <a:pt x="643" y="0"/>
                      <a:pt x="614" y="0"/>
                    </a:cubicBezTo>
                    <a:close/>
                    <a:moveTo>
                      <a:pt x="614" y="0"/>
                    </a:moveTo>
                    <a:cubicBezTo>
                      <a:pt x="614" y="0"/>
                      <a:pt x="614" y="0"/>
                      <a:pt x="61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9" name="椭圆 28"/>
            <p:cNvSpPr/>
            <p:nvPr/>
          </p:nvSpPr>
          <p:spPr>
            <a:xfrm>
              <a:off x="6270911" y="4724409"/>
              <a:ext cx="2016432" cy="2016432"/>
            </a:xfrm>
            <a:prstGeom prst="ellipse">
              <a:avLst/>
            </a:prstGeom>
            <a:noFill/>
            <a:ln w="19050">
              <a:solidFill>
                <a:srgbClr val="3143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091954" y="1773930"/>
            <a:ext cx="2016432" cy="2016432"/>
            <a:chOff x="1439019" y="4724409"/>
            <a:chExt cx="2016432" cy="2016432"/>
          </a:xfrm>
        </p:grpSpPr>
        <p:sp>
          <p:nvSpPr>
            <p:cNvPr id="19" name="椭圆 18"/>
            <p:cNvSpPr/>
            <p:nvPr/>
          </p:nvSpPr>
          <p:spPr>
            <a:xfrm>
              <a:off x="1528231" y="4813621"/>
              <a:ext cx="1838008" cy="1838008"/>
            </a:xfrm>
            <a:prstGeom prst="ellipse">
              <a:avLst/>
            </a:prstGeom>
            <a:solidFill>
              <a:srgbClr val="31437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2009067" y="5294255"/>
              <a:ext cx="876336" cy="876740"/>
              <a:chOff x="2667000" y="0"/>
              <a:chExt cx="6853238" cy="6856413"/>
            </a:xfrm>
            <a:solidFill>
              <a:schemeClr val="bg1"/>
            </a:solidFill>
          </p:grpSpPr>
          <p:sp>
            <p:nvSpPr>
              <p:cNvPr id="21" name="Freeform 19"/>
              <p:cNvSpPr>
                <a:spLocks noEditPoints="1"/>
              </p:cNvSpPr>
              <p:nvPr/>
            </p:nvSpPr>
            <p:spPr bwMode="auto">
              <a:xfrm>
                <a:off x="2667000" y="0"/>
                <a:ext cx="6853238" cy="6856413"/>
              </a:xfrm>
              <a:custGeom>
                <a:avLst/>
                <a:gdLst>
                  <a:gd name="T0" fmla="*/ 2795 w 3280"/>
                  <a:gd name="T1" fmla="*/ 1236 h 3281"/>
                  <a:gd name="T2" fmla="*/ 2918 w 3280"/>
                  <a:gd name="T3" fmla="*/ 839 h 3281"/>
                  <a:gd name="T4" fmla="*/ 2695 w 3280"/>
                  <a:gd name="T5" fmla="*/ 383 h 3281"/>
                  <a:gd name="T6" fmla="*/ 2172 w 3280"/>
                  <a:gd name="T7" fmla="*/ 535 h 3281"/>
                  <a:gd name="T8" fmla="*/ 1978 w 3280"/>
                  <a:gd name="T9" fmla="*/ 167 h 3281"/>
                  <a:gd name="T10" fmla="*/ 1499 w 3280"/>
                  <a:gd name="T11" fmla="*/ 2 h 3281"/>
                  <a:gd name="T12" fmla="*/ 1232 w 3280"/>
                  <a:gd name="T13" fmla="*/ 480 h 3281"/>
                  <a:gd name="T14" fmla="*/ 838 w 3280"/>
                  <a:gd name="T15" fmla="*/ 358 h 3281"/>
                  <a:gd name="T16" fmla="*/ 383 w 3280"/>
                  <a:gd name="T17" fmla="*/ 580 h 3281"/>
                  <a:gd name="T18" fmla="*/ 535 w 3280"/>
                  <a:gd name="T19" fmla="*/ 1104 h 3281"/>
                  <a:gd name="T20" fmla="*/ 167 w 3280"/>
                  <a:gd name="T21" fmla="*/ 1298 h 3281"/>
                  <a:gd name="T22" fmla="*/ 2 w 3280"/>
                  <a:gd name="T23" fmla="*/ 1780 h 3281"/>
                  <a:gd name="T24" fmla="*/ 480 w 3280"/>
                  <a:gd name="T25" fmla="*/ 2047 h 3281"/>
                  <a:gd name="T26" fmla="*/ 358 w 3280"/>
                  <a:gd name="T27" fmla="*/ 2444 h 3281"/>
                  <a:gd name="T28" fmla="*/ 579 w 3280"/>
                  <a:gd name="T29" fmla="*/ 2898 h 3281"/>
                  <a:gd name="T30" fmla="*/ 1102 w 3280"/>
                  <a:gd name="T31" fmla="*/ 2745 h 3281"/>
                  <a:gd name="T32" fmla="*/ 1297 w 3280"/>
                  <a:gd name="T33" fmla="*/ 3114 h 3281"/>
                  <a:gd name="T34" fmla="*/ 1779 w 3280"/>
                  <a:gd name="T35" fmla="*/ 3279 h 3281"/>
                  <a:gd name="T36" fmla="*/ 2047 w 3280"/>
                  <a:gd name="T37" fmla="*/ 2801 h 3281"/>
                  <a:gd name="T38" fmla="*/ 2444 w 3280"/>
                  <a:gd name="T39" fmla="*/ 2923 h 3281"/>
                  <a:gd name="T40" fmla="*/ 2898 w 3280"/>
                  <a:gd name="T41" fmla="*/ 2702 h 3281"/>
                  <a:gd name="T42" fmla="*/ 2745 w 3280"/>
                  <a:gd name="T43" fmla="*/ 2178 h 3281"/>
                  <a:gd name="T44" fmla="*/ 3113 w 3280"/>
                  <a:gd name="T45" fmla="*/ 1984 h 3281"/>
                  <a:gd name="T46" fmla="*/ 3278 w 3280"/>
                  <a:gd name="T47" fmla="*/ 1499 h 3281"/>
                  <a:gd name="T48" fmla="*/ 2755 w 3280"/>
                  <a:gd name="T49" fmla="*/ 1842 h 3281"/>
                  <a:gd name="T50" fmla="*/ 2557 w 3280"/>
                  <a:gd name="T51" fmla="*/ 2082 h 3281"/>
                  <a:gd name="T52" fmla="*/ 2748 w 3280"/>
                  <a:gd name="T53" fmla="*/ 2552 h 3281"/>
                  <a:gd name="T54" fmla="*/ 2287 w 3280"/>
                  <a:gd name="T55" fmla="*/ 2571 h 3281"/>
                  <a:gd name="T56" fmla="*/ 1972 w 3280"/>
                  <a:gd name="T57" fmla="*/ 2602 h 3281"/>
                  <a:gd name="T58" fmla="*/ 1777 w 3280"/>
                  <a:gd name="T59" fmla="*/ 3068 h 3281"/>
                  <a:gd name="T60" fmla="*/ 1434 w 3280"/>
                  <a:gd name="T61" fmla="*/ 2755 h 3281"/>
                  <a:gd name="T62" fmla="*/ 1193 w 3280"/>
                  <a:gd name="T63" fmla="*/ 2557 h 3281"/>
                  <a:gd name="T64" fmla="*/ 723 w 3280"/>
                  <a:gd name="T65" fmla="*/ 2750 h 3281"/>
                  <a:gd name="T66" fmla="*/ 706 w 3280"/>
                  <a:gd name="T67" fmla="*/ 2286 h 3281"/>
                  <a:gd name="T68" fmla="*/ 674 w 3280"/>
                  <a:gd name="T69" fmla="*/ 1971 h 3281"/>
                  <a:gd name="T70" fmla="*/ 207 w 3280"/>
                  <a:gd name="T71" fmla="*/ 1777 h 3281"/>
                  <a:gd name="T72" fmla="*/ 521 w 3280"/>
                  <a:gd name="T73" fmla="*/ 1434 h 3281"/>
                  <a:gd name="T74" fmla="*/ 718 w 3280"/>
                  <a:gd name="T75" fmla="*/ 1193 h 3281"/>
                  <a:gd name="T76" fmla="*/ 528 w 3280"/>
                  <a:gd name="T77" fmla="*/ 724 h 3281"/>
                  <a:gd name="T78" fmla="*/ 990 w 3280"/>
                  <a:gd name="T79" fmla="*/ 706 h 3281"/>
                  <a:gd name="T80" fmla="*/ 1304 w 3280"/>
                  <a:gd name="T81" fmla="*/ 674 h 3281"/>
                  <a:gd name="T82" fmla="*/ 1499 w 3280"/>
                  <a:gd name="T83" fmla="*/ 207 h 3281"/>
                  <a:gd name="T84" fmla="*/ 1842 w 3280"/>
                  <a:gd name="T85" fmla="*/ 521 h 3281"/>
                  <a:gd name="T86" fmla="*/ 2082 w 3280"/>
                  <a:gd name="T87" fmla="*/ 718 h 3281"/>
                  <a:gd name="T88" fmla="*/ 2552 w 3280"/>
                  <a:gd name="T89" fmla="*/ 526 h 3281"/>
                  <a:gd name="T90" fmla="*/ 2571 w 3280"/>
                  <a:gd name="T91" fmla="*/ 988 h 3281"/>
                  <a:gd name="T92" fmla="*/ 2602 w 3280"/>
                  <a:gd name="T93" fmla="*/ 1303 h 3281"/>
                  <a:gd name="T94" fmla="*/ 3068 w 3280"/>
                  <a:gd name="T95" fmla="*/ 1498 h 3281"/>
                  <a:gd name="T96" fmla="*/ 2755 w 3280"/>
                  <a:gd name="T97" fmla="*/ 1842 h 3281"/>
                  <a:gd name="T98" fmla="*/ 2755 w 3280"/>
                  <a:gd name="T99" fmla="*/ 1842 h 3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280" h="3281">
                    <a:moveTo>
                      <a:pt x="3108" y="1299"/>
                    </a:moveTo>
                    <a:cubicBezTo>
                      <a:pt x="2795" y="1236"/>
                      <a:pt x="2795" y="1236"/>
                      <a:pt x="2795" y="1236"/>
                    </a:cubicBezTo>
                    <a:cubicBezTo>
                      <a:pt x="2780" y="1191"/>
                      <a:pt x="2761" y="1147"/>
                      <a:pt x="2740" y="1105"/>
                    </a:cubicBezTo>
                    <a:cubicBezTo>
                      <a:pt x="2918" y="839"/>
                      <a:pt x="2918" y="839"/>
                      <a:pt x="2918" y="839"/>
                    </a:cubicBezTo>
                    <a:cubicBezTo>
                      <a:pt x="2972" y="758"/>
                      <a:pt x="2961" y="650"/>
                      <a:pt x="2893" y="581"/>
                    </a:cubicBezTo>
                    <a:cubicBezTo>
                      <a:pt x="2695" y="383"/>
                      <a:pt x="2695" y="383"/>
                      <a:pt x="2695" y="383"/>
                    </a:cubicBezTo>
                    <a:cubicBezTo>
                      <a:pt x="2627" y="315"/>
                      <a:pt x="2519" y="304"/>
                      <a:pt x="2438" y="358"/>
                    </a:cubicBezTo>
                    <a:cubicBezTo>
                      <a:pt x="2172" y="535"/>
                      <a:pt x="2172" y="535"/>
                      <a:pt x="2172" y="535"/>
                    </a:cubicBezTo>
                    <a:cubicBezTo>
                      <a:pt x="2129" y="515"/>
                      <a:pt x="2085" y="496"/>
                      <a:pt x="2040" y="480"/>
                    </a:cubicBezTo>
                    <a:cubicBezTo>
                      <a:pt x="1978" y="167"/>
                      <a:pt x="1978" y="167"/>
                      <a:pt x="1978" y="167"/>
                    </a:cubicBezTo>
                    <a:cubicBezTo>
                      <a:pt x="1959" y="70"/>
                      <a:pt x="1873" y="0"/>
                      <a:pt x="1774" y="2"/>
                    </a:cubicBezTo>
                    <a:cubicBezTo>
                      <a:pt x="1499" y="2"/>
                      <a:pt x="1499" y="2"/>
                      <a:pt x="1499" y="2"/>
                    </a:cubicBezTo>
                    <a:cubicBezTo>
                      <a:pt x="1400" y="0"/>
                      <a:pt x="1314" y="70"/>
                      <a:pt x="1295" y="167"/>
                    </a:cubicBezTo>
                    <a:cubicBezTo>
                      <a:pt x="1232" y="480"/>
                      <a:pt x="1232" y="480"/>
                      <a:pt x="1232" y="480"/>
                    </a:cubicBezTo>
                    <a:cubicBezTo>
                      <a:pt x="1187" y="496"/>
                      <a:pt x="1143" y="515"/>
                      <a:pt x="1100" y="535"/>
                    </a:cubicBezTo>
                    <a:cubicBezTo>
                      <a:pt x="838" y="358"/>
                      <a:pt x="838" y="358"/>
                      <a:pt x="838" y="358"/>
                    </a:cubicBezTo>
                    <a:cubicBezTo>
                      <a:pt x="757" y="304"/>
                      <a:pt x="649" y="315"/>
                      <a:pt x="580" y="383"/>
                    </a:cubicBezTo>
                    <a:cubicBezTo>
                      <a:pt x="383" y="580"/>
                      <a:pt x="383" y="580"/>
                      <a:pt x="383" y="580"/>
                    </a:cubicBezTo>
                    <a:cubicBezTo>
                      <a:pt x="314" y="649"/>
                      <a:pt x="304" y="757"/>
                      <a:pt x="358" y="838"/>
                    </a:cubicBezTo>
                    <a:cubicBezTo>
                      <a:pt x="535" y="1104"/>
                      <a:pt x="535" y="1104"/>
                      <a:pt x="535" y="1104"/>
                    </a:cubicBezTo>
                    <a:cubicBezTo>
                      <a:pt x="514" y="1146"/>
                      <a:pt x="496" y="1190"/>
                      <a:pt x="480" y="1235"/>
                    </a:cubicBezTo>
                    <a:cubicBezTo>
                      <a:pt x="167" y="1298"/>
                      <a:pt x="167" y="1298"/>
                      <a:pt x="167" y="1298"/>
                    </a:cubicBezTo>
                    <a:cubicBezTo>
                      <a:pt x="69" y="1317"/>
                      <a:pt x="0" y="1403"/>
                      <a:pt x="2" y="1502"/>
                    </a:cubicBezTo>
                    <a:cubicBezTo>
                      <a:pt x="2" y="1780"/>
                      <a:pt x="2" y="1780"/>
                      <a:pt x="2" y="1780"/>
                    </a:cubicBezTo>
                    <a:cubicBezTo>
                      <a:pt x="0" y="1879"/>
                      <a:pt x="69" y="1965"/>
                      <a:pt x="167" y="1984"/>
                    </a:cubicBezTo>
                    <a:cubicBezTo>
                      <a:pt x="480" y="2047"/>
                      <a:pt x="480" y="2047"/>
                      <a:pt x="480" y="2047"/>
                    </a:cubicBezTo>
                    <a:cubicBezTo>
                      <a:pt x="496" y="2092"/>
                      <a:pt x="514" y="2136"/>
                      <a:pt x="535" y="2178"/>
                    </a:cubicBezTo>
                    <a:cubicBezTo>
                      <a:pt x="358" y="2444"/>
                      <a:pt x="358" y="2444"/>
                      <a:pt x="358" y="2444"/>
                    </a:cubicBezTo>
                    <a:cubicBezTo>
                      <a:pt x="304" y="2525"/>
                      <a:pt x="314" y="2633"/>
                      <a:pt x="383" y="2702"/>
                    </a:cubicBezTo>
                    <a:cubicBezTo>
                      <a:pt x="579" y="2898"/>
                      <a:pt x="579" y="2898"/>
                      <a:pt x="579" y="2898"/>
                    </a:cubicBezTo>
                    <a:cubicBezTo>
                      <a:pt x="648" y="2966"/>
                      <a:pt x="756" y="2977"/>
                      <a:pt x="837" y="2923"/>
                    </a:cubicBezTo>
                    <a:cubicBezTo>
                      <a:pt x="1102" y="2745"/>
                      <a:pt x="1102" y="2745"/>
                      <a:pt x="1102" y="2745"/>
                    </a:cubicBezTo>
                    <a:cubicBezTo>
                      <a:pt x="1145" y="2766"/>
                      <a:pt x="1189" y="2785"/>
                      <a:pt x="1234" y="2801"/>
                    </a:cubicBezTo>
                    <a:cubicBezTo>
                      <a:pt x="1297" y="3114"/>
                      <a:pt x="1297" y="3114"/>
                      <a:pt x="1297" y="3114"/>
                    </a:cubicBezTo>
                    <a:cubicBezTo>
                      <a:pt x="1316" y="3211"/>
                      <a:pt x="1402" y="3281"/>
                      <a:pt x="1501" y="3279"/>
                    </a:cubicBezTo>
                    <a:cubicBezTo>
                      <a:pt x="1779" y="3279"/>
                      <a:pt x="1779" y="3279"/>
                      <a:pt x="1779" y="3279"/>
                    </a:cubicBezTo>
                    <a:cubicBezTo>
                      <a:pt x="1878" y="3281"/>
                      <a:pt x="1964" y="3211"/>
                      <a:pt x="1983" y="3114"/>
                    </a:cubicBezTo>
                    <a:cubicBezTo>
                      <a:pt x="2047" y="2801"/>
                      <a:pt x="2047" y="2801"/>
                      <a:pt x="2047" y="2801"/>
                    </a:cubicBezTo>
                    <a:cubicBezTo>
                      <a:pt x="2092" y="2785"/>
                      <a:pt x="2136" y="2766"/>
                      <a:pt x="2178" y="2745"/>
                    </a:cubicBezTo>
                    <a:cubicBezTo>
                      <a:pt x="2444" y="2923"/>
                      <a:pt x="2444" y="2923"/>
                      <a:pt x="2444" y="2923"/>
                    </a:cubicBezTo>
                    <a:cubicBezTo>
                      <a:pt x="2525" y="2977"/>
                      <a:pt x="2633" y="2966"/>
                      <a:pt x="2701" y="2898"/>
                    </a:cubicBezTo>
                    <a:cubicBezTo>
                      <a:pt x="2898" y="2702"/>
                      <a:pt x="2898" y="2702"/>
                      <a:pt x="2898" y="2702"/>
                    </a:cubicBezTo>
                    <a:cubicBezTo>
                      <a:pt x="2966" y="2633"/>
                      <a:pt x="2977" y="2525"/>
                      <a:pt x="2923" y="2444"/>
                    </a:cubicBezTo>
                    <a:cubicBezTo>
                      <a:pt x="2745" y="2178"/>
                      <a:pt x="2745" y="2178"/>
                      <a:pt x="2745" y="2178"/>
                    </a:cubicBezTo>
                    <a:cubicBezTo>
                      <a:pt x="2766" y="2136"/>
                      <a:pt x="2785" y="2092"/>
                      <a:pt x="2801" y="2047"/>
                    </a:cubicBezTo>
                    <a:cubicBezTo>
                      <a:pt x="3113" y="1984"/>
                      <a:pt x="3113" y="1984"/>
                      <a:pt x="3113" y="1984"/>
                    </a:cubicBezTo>
                    <a:cubicBezTo>
                      <a:pt x="3210" y="1965"/>
                      <a:pt x="3280" y="1879"/>
                      <a:pt x="3278" y="1780"/>
                    </a:cubicBezTo>
                    <a:cubicBezTo>
                      <a:pt x="3278" y="1499"/>
                      <a:pt x="3278" y="1499"/>
                      <a:pt x="3278" y="1499"/>
                    </a:cubicBezTo>
                    <a:cubicBezTo>
                      <a:pt x="3277" y="1400"/>
                      <a:pt x="3206" y="1316"/>
                      <a:pt x="3108" y="1299"/>
                    </a:cubicBezTo>
                    <a:close/>
                    <a:moveTo>
                      <a:pt x="2755" y="1842"/>
                    </a:moveTo>
                    <a:cubicBezTo>
                      <a:pt x="2684" y="1856"/>
                      <a:pt x="2625" y="1907"/>
                      <a:pt x="2601" y="1975"/>
                    </a:cubicBezTo>
                    <a:cubicBezTo>
                      <a:pt x="2589" y="2012"/>
                      <a:pt x="2574" y="2047"/>
                      <a:pt x="2557" y="2082"/>
                    </a:cubicBezTo>
                    <a:cubicBezTo>
                      <a:pt x="2525" y="2148"/>
                      <a:pt x="2530" y="2226"/>
                      <a:pt x="2571" y="2287"/>
                    </a:cubicBezTo>
                    <a:cubicBezTo>
                      <a:pt x="2748" y="2552"/>
                      <a:pt x="2748" y="2552"/>
                      <a:pt x="2748" y="2552"/>
                    </a:cubicBezTo>
                    <a:cubicBezTo>
                      <a:pt x="2552" y="2749"/>
                      <a:pt x="2552" y="2749"/>
                      <a:pt x="2552" y="2749"/>
                    </a:cubicBezTo>
                    <a:cubicBezTo>
                      <a:pt x="2287" y="2571"/>
                      <a:pt x="2287" y="2571"/>
                      <a:pt x="2287" y="2571"/>
                    </a:cubicBezTo>
                    <a:cubicBezTo>
                      <a:pt x="2226" y="2530"/>
                      <a:pt x="2148" y="2524"/>
                      <a:pt x="2082" y="2556"/>
                    </a:cubicBezTo>
                    <a:cubicBezTo>
                      <a:pt x="2046" y="2574"/>
                      <a:pt x="2010" y="2589"/>
                      <a:pt x="1972" y="2602"/>
                    </a:cubicBezTo>
                    <a:cubicBezTo>
                      <a:pt x="1904" y="2626"/>
                      <a:pt x="1853" y="2685"/>
                      <a:pt x="1839" y="2756"/>
                    </a:cubicBezTo>
                    <a:cubicBezTo>
                      <a:pt x="1777" y="3068"/>
                      <a:pt x="1777" y="3068"/>
                      <a:pt x="1777" y="3068"/>
                    </a:cubicBezTo>
                    <a:cubicBezTo>
                      <a:pt x="1499" y="3068"/>
                      <a:pt x="1499" y="3068"/>
                      <a:pt x="1499" y="3068"/>
                    </a:cubicBezTo>
                    <a:cubicBezTo>
                      <a:pt x="1434" y="2755"/>
                      <a:pt x="1434" y="2755"/>
                      <a:pt x="1434" y="2755"/>
                    </a:cubicBezTo>
                    <a:cubicBezTo>
                      <a:pt x="1419" y="2684"/>
                      <a:pt x="1369" y="2625"/>
                      <a:pt x="1301" y="2601"/>
                    </a:cubicBezTo>
                    <a:cubicBezTo>
                      <a:pt x="1264" y="2589"/>
                      <a:pt x="1228" y="2574"/>
                      <a:pt x="1193" y="2557"/>
                    </a:cubicBezTo>
                    <a:cubicBezTo>
                      <a:pt x="1128" y="2525"/>
                      <a:pt x="1050" y="2531"/>
                      <a:pt x="989" y="2572"/>
                    </a:cubicBezTo>
                    <a:cubicBezTo>
                      <a:pt x="723" y="2750"/>
                      <a:pt x="723" y="2750"/>
                      <a:pt x="723" y="2750"/>
                    </a:cubicBezTo>
                    <a:cubicBezTo>
                      <a:pt x="528" y="2551"/>
                      <a:pt x="528" y="2551"/>
                      <a:pt x="528" y="2551"/>
                    </a:cubicBezTo>
                    <a:cubicBezTo>
                      <a:pt x="706" y="2286"/>
                      <a:pt x="706" y="2286"/>
                      <a:pt x="706" y="2286"/>
                    </a:cubicBezTo>
                    <a:cubicBezTo>
                      <a:pt x="747" y="2225"/>
                      <a:pt x="753" y="2147"/>
                      <a:pt x="720" y="2081"/>
                    </a:cubicBezTo>
                    <a:cubicBezTo>
                      <a:pt x="703" y="2045"/>
                      <a:pt x="688" y="2009"/>
                      <a:pt x="674" y="1971"/>
                    </a:cubicBezTo>
                    <a:cubicBezTo>
                      <a:pt x="649" y="1904"/>
                      <a:pt x="591" y="1856"/>
                      <a:pt x="521" y="1842"/>
                    </a:cubicBezTo>
                    <a:cubicBezTo>
                      <a:pt x="207" y="1777"/>
                      <a:pt x="207" y="1777"/>
                      <a:pt x="207" y="1777"/>
                    </a:cubicBezTo>
                    <a:cubicBezTo>
                      <a:pt x="207" y="1499"/>
                      <a:pt x="207" y="1499"/>
                      <a:pt x="207" y="1499"/>
                    </a:cubicBezTo>
                    <a:cubicBezTo>
                      <a:pt x="521" y="1434"/>
                      <a:pt x="521" y="1434"/>
                      <a:pt x="521" y="1434"/>
                    </a:cubicBezTo>
                    <a:cubicBezTo>
                      <a:pt x="592" y="1420"/>
                      <a:pt x="650" y="1369"/>
                      <a:pt x="674" y="1301"/>
                    </a:cubicBezTo>
                    <a:cubicBezTo>
                      <a:pt x="687" y="1264"/>
                      <a:pt x="702" y="1228"/>
                      <a:pt x="718" y="1193"/>
                    </a:cubicBezTo>
                    <a:cubicBezTo>
                      <a:pt x="750" y="1128"/>
                      <a:pt x="745" y="1050"/>
                      <a:pt x="704" y="989"/>
                    </a:cubicBezTo>
                    <a:cubicBezTo>
                      <a:pt x="528" y="724"/>
                      <a:pt x="528" y="724"/>
                      <a:pt x="528" y="724"/>
                    </a:cubicBezTo>
                    <a:cubicBezTo>
                      <a:pt x="724" y="528"/>
                      <a:pt x="724" y="528"/>
                      <a:pt x="724" y="528"/>
                    </a:cubicBezTo>
                    <a:cubicBezTo>
                      <a:pt x="990" y="706"/>
                      <a:pt x="990" y="706"/>
                      <a:pt x="990" y="706"/>
                    </a:cubicBezTo>
                    <a:cubicBezTo>
                      <a:pt x="1051" y="747"/>
                      <a:pt x="1129" y="753"/>
                      <a:pt x="1194" y="720"/>
                    </a:cubicBezTo>
                    <a:cubicBezTo>
                      <a:pt x="1230" y="703"/>
                      <a:pt x="1266" y="688"/>
                      <a:pt x="1304" y="674"/>
                    </a:cubicBezTo>
                    <a:cubicBezTo>
                      <a:pt x="1371" y="650"/>
                      <a:pt x="1420" y="591"/>
                      <a:pt x="1434" y="521"/>
                    </a:cubicBezTo>
                    <a:cubicBezTo>
                      <a:pt x="1499" y="207"/>
                      <a:pt x="1499" y="207"/>
                      <a:pt x="1499" y="207"/>
                    </a:cubicBezTo>
                    <a:cubicBezTo>
                      <a:pt x="1777" y="207"/>
                      <a:pt x="1777" y="207"/>
                      <a:pt x="1777" y="207"/>
                    </a:cubicBezTo>
                    <a:cubicBezTo>
                      <a:pt x="1842" y="521"/>
                      <a:pt x="1842" y="521"/>
                      <a:pt x="1842" y="521"/>
                    </a:cubicBezTo>
                    <a:cubicBezTo>
                      <a:pt x="1856" y="592"/>
                      <a:pt x="1907" y="650"/>
                      <a:pt x="1975" y="674"/>
                    </a:cubicBezTo>
                    <a:cubicBezTo>
                      <a:pt x="2012" y="687"/>
                      <a:pt x="2047" y="702"/>
                      <a:pt x="2082" y="718"/>
                    </a:cubicBezTo>
                    <a:cubicBezTo>
                      <a:pt x="2148" y="751"/>
                      <a:pt x="2226" y="745"/>
                      <a:pt x="2287" y="704"/>
                    </a:cubicBezTo>
                    <a:cubicBezTo>
                      <a:pt x="2552" y="526"/>
                      <a:pt x="2552" y="526"/>
                      <a:pt x="2552" y="526"/>
                    </a:cubicBezTo>
                    <a:cubicBezTo>
                      <a:pt x="2748" y="722"/>
                      <a:pt x="2748" y="722"/>
                      <a:pt x="2748" y="722"/>
                    </a:cubicBezTo>
                    <a:cubicBezTo>
                      <a:pt x="2571" y="988"/>
                      <a:pt x="2571" y="988"/>
                      <a:pt x="2571" y="988"/>
                    </a:cubicBezTo>
                    <a:cubicBezTo>
                      <a:pt x="2530" y="1049"/>
                      <a:pt x="2524" y="1127"/>
                      <a:pt x="2556" y="1192"/>
                    </a:cubicBezTo>
                    <a:cubicBezTo>
                      <a:pt x="2574" y="1228"/>
                      <a:pt x="2589" y="1265"/>
                      <a:pt x="2602" y="1303"/>
                    </a:cubicBezTo>
                    <a:cubicBezTo>
                      <a:pt x="2626" y="1371"/>
                      <a:pt x="2685" y="1422"/>
                      <a:pt x="2756" y="1436"/>
                    </a:cubicBezTo>
                    <a:cubicBezTo>
                      <a:pt x="3068" y="1498"/>
                      <a:pt x="3068" y="1498"/>
                      <a:pt x="3068" y="1498"/>
                    </a:cubicBezTo>
                    <a:cubicBezTo>
                      <a:pt x="3068" y="1776"/>
                      <a:pt x="3068" y="1776"/>
                      <a:pt x="3068" y="1776"/>
                    </a:cubicBezTo>
                    <a:lnTo>
                      <a:pt x="2755" y="1842"/>
                    </a:lnTo>
                    <a:close/>
                    <a:moveTo>
                      <a:pt x="2755" y="1842"/>
                    </a:moveTo>
                    <a:cubicBezTo>
                      <a:pt x="2755" y="1842"/>
                      <a:pt x="2755" y="1842"/>
                      <a:pt x="2755" y="184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Freeform 20"/>
              <p:cNvSpPr>
                <a:spLocks noEditPoints="1"/>
              </p:cNvSpPr>
              <p:nvPr/>
            </p:nvSpPr>
            <p:spPr bwMode="auto">
              <a:xfrm>
                <a:off x="4595813" y="1928813"/>
                <a:ext cx="2987675" cy="2987675"/>
              </a:xfrm>
              <a:custGeom>
                <a:avLst/>
                <a:gdLst>
                  <a:gd name="T0" fmla="*/ 715 w 1430"/>
                  <a:gd name="T1" fmla="*/ 0 h 1430"/>
                  <a:gd name="T2" fmla="*/ 0 w 1430"/>
                  <a:gd name="T3" fmla="*/ 715 h 1430"/>
                  <a:gd name="T4" fmla="*/ 715 w 1430"/>
                  <a:gd name="T5" fmla="*/ 1430 h 1430"/>
                  <a:gd name="T6" fmla="*/ 1430 w 1430"/>
                  <a:gd name="T7" fmla="*/ 715 h 1430"/>
                  <a:gd name="T8" fmla="*/ 1221 w 1430"/>
                  <a:gd name="T9" fmla="*/ 209 h 1430"/>
                  <a:gd name="T10" fmla="*/ 715 w 1430"/>
                  <a:gd name="T11" fmla="*/ 0 h 1430"/>
                  <a:gd name="T12" fmla="*/ 715 w 1430"/>
                  <a:gd name="T13" fmla="*/ 1341 h 1430"/>
                  <a:gd name="T14" fmla="*/ 89 w 1430"/>
                  <a:gd name="T15" fmla="*/ 715 h 1430"/>
                  <a:gd name="T16" fmla="*/ 715 w 1430"/>
                  <a:gd name="T17" fmla="*/ 89 h 1430"/>
                  <a:gd name="T18" fmla="*/ 1341 w 1430"/>
                  <a:gd name="T19" fmla="*/ 715 h 1430"/>
                  <a:gd name="T20" fmla="*/ 715 w 1430"/>
                  <a:gd name="T21" fmla="*/ 1341 h 1430"/>
                  <a:gd name="T22" fmla="*/ 715 w 1430"/>
                  <a:gd name="T23" fmla="*/ 1341 h 1430"/>
                  <a:gd name="T24" fmla="*/ 715 w 1430"/>
                  <a:gd name="T25" fmla="*/ 1341 h 1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30" h="1430">
                    <a:moveTo>
                      <a:pt x="715" y="0"/>
                    </a:moveTo>
                    <a:cubicBezTo>
                      <a:pt x="320" y="0"/>
                      <a:pt x="0" y="320"/>
                      <a:pt x="0" y="715"/>
                    </a:cubicBezTo>
                    <a:cubicBezTo>
                      <a:pt x="0" y="1110"/>
                      <a:pt x="320" y="1430"/>
                      <a:pt x="715" y="1430"/>
                    </a:cubicBezTo>
                    <a:cubicBezTo>
                      <a:pt x="1110" y="1430"/>
                      <a:pt x="1430" y="1110"/>
                      <a:pt x="1430" y="715"/>
                    </a:cubicBezTo>
                    <a:cubicBezTo>
                      <a:pt x="1430" y="525"/>
                      <a:pt x="1355" y="343"/>
                      <a:pt x="1221" y="209"/>
                    </a:cubicBezTo>
                    <a:cubicBezTo>
                      <a:pt x="1086" y="75"/>
                      <a:pt x="905" y="0"/>
                      <a:pt x="715" y="0"/>
                    </a:cubicBezTo>
                    <a:close/>
                    <a:moveTo>
                      <a:pt x="715" y="1341"/>
                    </a:moveTo>
                    <a:cubicBezTo>
                      <a:pt x="369" y="1341"/>
                      <a:pt x="89" y="1061"/>
                      <a:pt x="89" y="715"/>
                    </a:cubicBezTo>
                    <a:cubicBezTo>
                      <a:pt x="89" y="369"/>
                      <a:pt x="369" y="89"/>
                      <a:pt x="715" y="89"/>
                    </a:cubicBezTo>
                    <a:cubicBezTo>
                      <a:pt x="1061" y="89"/>
                      <a:pt x="1341" y="369"/>
                      <a:pt x="1341" y="715"/>
                    </a:cubicBezTo>
                    <a:cubicBezTo>
                      <a:pt x="1341" y="1061"/>
                      <a:pt x="1061" y="1341"/>
                      <a:pt x="715" y="1341"/>
                    </a:cubicBezTo>
                    <a:close/>
                    <a:moveTo>
                      <a:pt x="715" y="1341"/>
                    </a:moveTo>
                    <a:cubicBezTo>
                      <a:pt x="715" y="1341"/>
                      <a:pt x="715" y="1341"/>
                      <a:pt x="715" y="134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Freeform 21"/>
              <p:cNvSpPr>
                <a:spLocks noEditPoints="1"/>
              </p:cNvSpPr>
              <p:nvPr/>
            </p:nvSpPr>
            <p:spPr bwMode="auto">
              <a:xfrm>
                <a:off x="5235575" y="2568575"/>
                <a:ext cx="1708150" cy="1709738"/>
              </a:xfrm>
              <a:custGeom>
                <a:avLst/>
                <a:gdLst>
                  <a:gd name="T0" fmla="*/ 409 w 818"/>
                  <a:gd name="T1" fmla="*/ 0 h 818"/>
                  <a:gd name="T2" fmla="*/ 0 w 818"/>
                  <a:gd name="T3" fmla="*/ 409 h 818"/>
                  <a:gd name="T4" fmla="*/ 409 w 818"/>
                  <a:gd name="T5" fmla="*/ 818 h 818"/>
                  <a:gd name="T6" fmla="*/ 818 w 818"/>
                  <a:gd name="T7" fmla="*/ 409 h 818"/>
                  <a:gd name="T8" fmla="*/ 698 w 818"/>
                  <a:gd name="T9" fmla="*/ 120 h 818"/>
                  <a:gd name="T10" fmla="*/ 409 w 818"/>
                  <a:gd name="T11" fmla="*/ 0 h 818"/>
                  <a:gd name="T12" fmla="*/ 409 w 818"/>
                  <a:gd name="T13" fmla="*/ 715 h 818"/>
                  <a:gd name="T14" fmla="*/ 102 w 818"/>
                  <a:gd name="T15" fmla="*/ 409 h 818"/>
                  <a:gd name="T16" fmla="*/ 409 w 818"/>
                  <a:gd name="T17" fmla="*/ 102 h 818"/>
                  <a:gd name="T18" fmla="*/ 715 w 818"/>
                  <a:gd name="T19" fmla="*/ 409 h 818"/>
                  <a:gd name="T20" fmla="*/ 626 w 818"/>
                  <a:gd name="T21" fmla="*/ 626 h 818"/>
                  <a:gd name="T22" fmla="*/ 409 w 818"/>
                  <a:gd name="T23" fmla="*/ 715 h 818"/>
                  <a:gd name="T24" fmla="*/ 409 w 818"/>
                  <a:gd name="T25" fmla="*/ 715 h 818"/>
                  <a:gd name="T26" fmla="*/ 409 w 818"/>
                  <a:gd name="T27" fmla="*/ 715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18" h="818">
                    <a:moveTo>
                      <a:pt x="409" y="0"/>
                    </a:moveTo>
                    <a:cubicBezTo>
                      <a:pt x="183" y="0"/>
                      <a:pt x="0" y="183"/>
                      <a:pt x="0" y="409"/>
                    </a:cubicBezTo>
                    <a:cubicBezTo>
                      <a:pt x="0" y="635"/>
                      <a:pt x="183" y="818"/>
                      <a:pt x="409" y="818"/>
                    </a:cubicBezTo>
                    <a:cubicBezTo>
                      <a:pt x="635" y="818"/>
                      <a:pt x="818" y="635"/>
                      <a:pt x="818" y="409"/>
                    </a:cubicBezTo>
                    <a:cubicBezTo>
                      <a:pt x="818" y="301"/>
                      <a:pt x="774" y="197"/>
                      <a:pt x="698" y="120"/>
                    </a:cubicBezTo>
                    <a:cubicBezTo>
                      <a:pt x="621" y="43"/>
                      <a:pt x="517" y="0"/>
                      <a:pt x="409" y="0"/>
                    </a:cubicBezTo>
                    <a:close/>
                    <a:moveTo>
                      <a:pt x="409" y="715"/>
                    </a:moveTo>
                    <a:cubicBezTo>
                      <a:pt x="240" y="715"/>
                      <a:pt x="102" y="578"/>
                      <a:pt x="102" y="409"/>
                    </a:cubicBezTo>
                    <a:cubicBezTo>
                      <a:pt x="102" y="240"/>
                      <a:pt x="240" y="102"/>
                      <a:pt x="409" y="102"/>
                    </a:cubicBezTo>
                    <a:cubicBezTo>
                      <a:pt x="578" y="102"/>
                      <a:pt x="715" y="240"/>
                      <a:pt x="715" y="409"/>
                    </a:cubicBezTo>
                    <a:cubicBezTo>
                      <a:pt x="715" y="490"/>
                      <a:pt x="683" y="568"/>
                      <a:pt x="626" y="626"/>
                    </a:cubicBezTo>
                    <a:cubicBezTo>
                      <a:pt x="568" y="683"/>
                      <a:pt x="490" y="715"/>
                      <a:pt x="409" y="715"/>
                    </a:cubicBezTo>
                    <a:close/>
                    <a:moveTo>
                      <a:pt x="409" y="715"/>
                    </a:moveTo>
                    <a:cubicBezTo>
                      <a:pt x="409" y="715"/>
                      <a:pt x="409" y="715"/>
                      <a:pt x="409" y="71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0" name="椭圆 29"/>
            <p:cNvSpPr/>
            <p:nvPr/>
          </p:nvSpPr>
          <p:spPr>
            <a:xfrm>
              <a:off x="1439019" y="4724409"/>
              <a:ext cx="2016432" cy="2016432"/>
            </a:xfrm>
            <a:prstGeom prst="ellipse">
              <a:avLst/>
            </a:prstGeom>
            <a:noFill/>
            <a:ln w="19050">
              <a:solidFill>
                <a:srgbClr val="3143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9111807" y="1773930"/>
            <a:ext cx="2016432" cy="2016432"/>
            <a:chOff x="1439019" y="2809213"/>
            <a:chExt cx="2016432" cy="2016432"/>
          </a:xfrm>
        </p:grpSpPr>
        <p:sp>
          <p:nvSpPr>
            <p:cNvPr id="25" name="椭圆 24"/>
            <p:cNvSpPr/>
            <p:nvPr/>
          </p:nvSpPr>
          <p:spPr>
            <a:xfrm>
              <a:off x="1528231" y="2898425"/>
              <a:ext cx="1838008" cy="1838008"/>
            </a:xfrm>
            <a:prstGeom prst="ellipse">
              <a:avLst/>
            </a:prstGeom>
            <a:solidFill>
              <a:srgbClr val="31437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 flipH="1">
              <a:off x="2011642" y="3450879"/>
              <a:ext cx="871186" cy="815944"/>
              <a:chOff x="2433638" y="3175"/>
              <a:chExt cx="7310438" cy="6846888"/>
            </a:xfrm>
            <a:solidFill>
              <a:schemeClr val="bg1"/>
            </a:solidFill>
          </p:grpSpPr>
          <p:sp>
            <p:nvSpPr>
              <p:cNvPr id="27" name="Freeform 30"/>
              <p:cNvSpPr>
                <a:spLocks noEditPoints="1"/>
              </p:cNvSpPr>
              <p:nvPr/>
            </p:nvSpPr>
            <p:spPr bwMode="auto">
              <a:xfrm>
                <a:off x="3328988" y="915988"/>
                <a:ext cx="5502275" cy="3675063"/>
              </a:xfrm>
              <a:custGeom>
                <a:avLst/>
                <a:gdLst>
                  <a:gd name="T0" fmla="*/ 1927 w 2012"/>
                  <a:gd name="T1" fmla="*/ 0 h 1344"/>
                  <a:gd name="T2" fmla="*/ 85 w 2012"/>
                  <a:gd name="T3" fmla="*/ 0 h 1344"/>
                  <a:gd name="T4" fmla="*/ 0 w 2012"/>
                  <a:gd name="T5" fmla="*/ 86 h 1344"/>
                  <a:gd name="T6" fmla="*/ 0 w 2012"/>
                  <a:gd name="T7" fmla="*/ 1259 h 1344"/>
                  <a:gd name="T8" fmla="*/ 85 w 2012"/>
                  <a:gd name="T9" fmla="*/ 1344 h 1344"/>
                  <a:gd name="T10" fmla="*/ 1927 w 2012"/>
                  <a:gd name="T11" fmla="*/ 1344 h 1344"/>
                  <a:gd name="T12" fmla="*/ 2012 w 2012"/>
                  <a:gd name="T13" fmla="*/ 1259 h 1344"/>
                  <a:gd name="T14" fmla="*/ 2012 w 2012"/>
                  <a:gd name="T15" fmla="*/ 79 h 1344"/>
                  <a:gd name="T16" fmla="*/ 1927 w 2012"/>
                  <a:gd name="T17" fmla="*/ 0 h 1344"/>
                  <a:gd name="T18" fmla="*/ 1927 w 2012"/>
                  <a:gd name="T19" fmla="*/ 1252 h 1344"/>
                  <a:gd name="T20" fmla="*/ 92 w 2012"/>
                  <a:gd name="T21" fmla="*/ 1252 h 1344"/>
                  <a:gd name="T22" fmla="*/ 92 w 2012"/>
                  <a:gd name="T23" fmla="*/ 79 h 1344"/>
                  <a:gd name="T24" fmla="*/ 1934 w 2012"/>
                  <a:gd name="T25" fmla="*/ 79 h 1344"/>
                  <a:gd name="T26" fmla="*/ 1934 w 2012"/>
                  <a:gd name="T27" fmla="*/ 1252 h 1344"/>
                  <a:gd name="T28" fmla="*/ 1927 w 2012"/>
                  <a:gd name="T29" fmla="*/ 1252 h 1344"/>
                  <a:gd name="T30" fmla="*/ 1927 w 2012"/>
                  <a:gd name="T31" fmla="*/ 1252 h 1344"/>
                  <a:gd name="T32" fmla="*/ 1927 w 2012"/>
                  <a:gd name="T33" fmla="*/ 1252 h 1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011" h="1344">
                    <a:moveTo>
                      <a:pt x="1927" y="0"/>
                    </a:moveTo>
                    <a:cubicBezTo>
                      <a:pt x="85" y="0"/>
                      <a:pt x="85" y="0"/>
                      <a:pt x="85" y="0"/>
                    </a:cubicBezTo>
                    <a:cubicBezTo>
                      <a:pt x="40" y="0"/>
                      <a:pt x="0" y="40"/>
                      <a:pt x="0" y="86"/>
                    </a:cubicBezTo>
                    <a:cubicBezTo>
                      <a:pt x="0" y="1259"/>
                      <a:pt x="0" y="1259"/>
                      <a:pt x="0" y="1259"/>
                    </a:cubicBezTo>
                    <a:cubicBezTo>
                      <a:pt x="0" y="1305"/>
                      <a:pt x="40" y="1344"/>
                      <a:pt x="85" y="1344"/>
                    </a:cubicBezTo>
                    <a:cubicBezTo>
                      <a:pt x="1927" y="1344"/>
                      <a:pt x="1927" y="1344"/>
                      <a:pt x="1927" y="1344"/>
                    </a:cubicBezTo>
                    <a:cubicBezTo>
                      <a:pt x="1973" y="1344"/>
                      <a:pt x="2012" y="1305"/>
                      <a:pt x="2012" y="1259"/>
                    </a:cubicBezTo>
                    <a:cubicBezTo>
                      <a:pt x="2012" y="79"/>
                      <a:pt x="2012" y="79"/>
                      <a:pt x="2012" y="79"/>
                    </a:cubicBezTo>
                    <a:cubicBezTo>
                      <a:pt x="2012" y="33"/>
                      <a:pt x="1979" y="0"/>
                      <a:pt x="1927" y="0"/>
                    </a:cubicBezTo>
                    <a:close/>
                    <a:moveTo>
                      <a:pt x="1927" y="1252"/>
                    </a:moveTo>
                    <a:cubicBezTo>
                      <a:pt x="92" y="1252"/>
                      <a:pt x="92" y="1252"/>
                      <a:pt x="92" y="1252"/>
                    </a:cubicBezTo>
                    <a:cubicBezTo>
                      <a:pt x="92" y="79"/>
                      <a:pt x="92" y="79"/>
                      <a:pt x="92" y="79"/>
                    </a:cubicBezTo>
                    <a:cubicBezTo>
                      <a:pt x="1934" y="79"/>
                      <a:pt x="1934" y="79"/>
                      <a:pt x="1934" y="79"/>
                    </a:cubicBezTo>
                    <a:cubicBezTo>
                      <a:pt x="1934" y="1252"/>
                      <a:pt x="1934" y="1252"/>
                      <a:pt x="1934" y="1252"/>
                    </a:cubicBezTo>
                    <a:lnTo>
                      <a:pt x="1927" y="1252"/>
                    </a:lnTo>
                    <a:close/>
                    <a:moveTo>
                      <a:pt x="1927" y="1252"/>
                    </a:moveTo>
                    <a:cubicBezTo>
                      <a:pt x="1927" y="1252"/>
                      <a:pt x="1927" y="1252"/>
                      <a:pt x="1927" y="125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Freeform 31"/>
              <p:cNvSpPr>
                <a:spLocks noEditPoints="1"/>
              </p:cNvSpPr>
              <p:nvPr/>
            </p:nvSpPr>
            <p:spPr bwMode="auto">
              <a:xfrm>
                <a:off x="2433638" y="3175"/>
                <a:ext cx="7310438" cy="6846888"/>
              </a:xfrm>
              <a:custGeom>
                <a:avLst/>
                <a:gdLst>
                  <a:gd name="T0" fmla="*/ 2424 w 2673"/>
                  <a:gd name="T1" fmla="*/ 0 h 2504"/>
                  <a:gd name="T2" fmla="*/ 249 w 2673"/>
                  <a:gd name="T3" fmla="*/ 0 h 2504"/>
                  <a:gd name="T4" fmla="*/ 0 w 2673"/>
                  <a:gd name="T5" fmla="*/ 249 h 2504"/>
                  <a:gd name="T6" fmla="*/ 0 w 2673"/>
                  <a:gd name="T7" fmla="*/ 1920 h 2504"/>
                  <a:gd name="T8" fmla="*/ 249 w 2673"/>
                  <a:gd name="T9" fmla="*/ 2169 h 2504"/>
                  <a:gd name="T10" fmla="*/ 1087 w 2673"/>
                  <a:gd name="T11" fmla="*/ 2169 h 2504"/>
                  <a:gd name="T12" fmla="*/ 1087 w 2673"/>
                  <a:gd name="T13" fmla="*/ 2274 h 2504"/>
                  <a:gd name="T14" fmla="*/ 563 w 2673"/>
                  <a:gd name="T15" fmla="*/ 2340 h 2504"/>
                  <a:gd name="T16" fmla="*/ 498 w 2673"/>
                  <a:gd name="T17" fmla="*/ 2418 h 2504"/>
                  <a:gd name="T18" fmla="*/ 583 w 2673"/>
                  <a:gd name="T19" fmla="*/ 2504 h 2504"/>
                  <a:gd name="T20" fmla="*/ 2090 w 2673"/>
                  <a:gd name="T21" fmla="*/ 2504 h 2504"/>
                  <a:gd name="T22" fmla="*/ 2175 w 2673"/>
                  <a:gd name="T23" fmla="*/ 2418 h 2504"/>
                  <a:gd name="T24" fmla="*/ 2110 w 2673"/>
                  <a:gd name="T25" fmla="*/ 2340 h 2504"/>
                  <a:gd name="T26" fmla="*/ 1585 w 2673"/>
                  <a:gd name="T27" fmla="*/ 2274 h 2504"/>
                  <a:gd name="T28" fmla="*/ 1585 w 2673"/>
                  <a:gd name="T29" fmla="*/ 2169 h 2504"/>
                  <a:gd name="T30" fmla="*/ 2424 w 2673"/>
                  <a:gd name="T31" fmla="*/ 2169 h 2504"/>
                  <a:gd name="T32" fmla="*/ 2673 w 2673"/>
                  <a:gd name="T33" fmla="*/ 1920 h 2504"/>
                  <a:gd name="T34" fmla="*/ 2673 w 2673"/>
                  <a:gd name="T35" fmla="*/ 249 h 2504"/>
                  <a:gd name="T36" fmla="*/ 2424 w 2673"/>
                  <a:gd name="T37" fmla="*/ 0 h 2504"/>
                  <a:gd name="T38" fmla="*/ 2510 w 2673"/>
                  <a:gd name="T39" fmla="*/ 1920 h 2504"/>
                  <a:gd name="T40" fmla="*/ 2424 w 2673"/>
                  <a:gd name="T41" fmla="*/ 2006 h 2504"/>
                  <a:gd name="T42" fmla="*/ 249 w 2673"/>
                  <a:gd name="T43" fmla="*/ 2006 h 2504"/>
                  <a:gd name="T44" fmla="*/ 163 w 2673"/>
                  <a:gd name="T45" fmla="*/ 1920 h 2504"/>
                  <a:gd name="T46" fmla="*/ 163 w 2673"/>
                  <a:gd name="T47" fmla="*/ 249 h 2504"/>
                  <a:gd name="T48" fmla="*/ 249 w 2673"/>
                  <a:gd name="T49" fmla="*/ 164 h 2504"/>
                  <a:gd name="T50" fmla="*/ 2424 w 2673"/>
                  <a:gd name="T51" fmla="*/ 164 h 2504"/>
                  <a:gd name="T52" fmla="*/ 2510 w 2673"/>
                  <a:gd name="T53" fmla="*/ 249 h 2504"/>
                  <a:gd name="T54" fmla="*/ 2510 w 2673"/>
                  <a:gd name="T55" fmla="*/ 1920 h 2504"/>
                  <a:gd name="T56" fmla="*/ 2510 w 2673"/>
                  <a:gd name="T57" fmla="*/ 1920 h 2504"/>
                  <a:gd name="T58" fmla="*/ 2510 w 2673"/>
                  <a:gd name="T59" fmla="*/ 1920 h 2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673" h="2504">
                    <a:moveTo>
                      <a:pt x="2424" y="0"/>
                    </a:moveTo>
                    <a:cubicBezTo>
                      <a:pt x="249" y="0"/>
                      <a:pt x="249" y="0"/>
                      <a:pt x="249" y="0"/>
                    </a:cubicBezTo>
                    <a:cubicBezTo>
                      <a:pt x="111" y="0"/>
                      <a:pt x="0" y="112"/>
                      <a:pt x="0" y="249"/>
                    </a:cubicBezTo>
                    <a:cubicBezTo>
                      <a:pt x="0" y="1920"/>
                      <a:pt x="0" y="1920"/>
                      <a:pt x="0" y="1920"/>
                    </a:cubicBezTo>
                    <a:cubicBezTo>
                      <a:pt x="0" y="2058"/>
                      <a:pt x="111" y="2169"/>
                      <a:pt x="249" y="2169"/>
                    </a:cubicBezTo>
                    <a:cubicBezTo>
                      <a:pt x="1087" y="2169"/>
                      <a:pt x="1087" y="2169"/>
                      <a:pt x="1087" y="2169"/>
                    </a:cubicBezTo>
                    <a:cubicBezTo>
                      <a:pt x="1087" y="2274"/>
                      <a:pt x="1087" y="2274"/>
                      <a:pt x="1087" y="2274"/>
                    </a:cubicBezTo>
                    <a:cubicBezTo>
                      <a:pt x="563" y="2340"/>
                      <a:pt x="563" y="2340"/>
                      <a:pt x="563" y="2340"/>
                    </a:cubicBezTo>
                    <a:cubicBezTo>
                      <a:pt x="524" y="2346"/>
                      <a:pt x="498" y="2386"/>
                      <a:pt x="498" y="2418"/>
                    </a:cubicBezTo>
                    <a:cubicBezTo>
                      <a:pt x="498" y="2464"/>
                      <a:pt x="537" y="2504"/>
                      <a:pt x="583" y="2504"/>
                    </a:cubicBezTo>
                    <a:cubicBezTo>
                      <a:pt x="2090" y="2504"/>
                      <a:pt x="2090" y="2504"/>
                      <a:pt x="2090" y="2504"/>
                    </a:cubicBezTo>
                    <a:cubicBezTo>
                      <a:pt x="2136" y="2504"/>
                      <a:pt x="2175" y="2464"/>
                      <a:pt x="2175" y="2418"/>
                    </a:cubicBezTo>
                    <a:cubicBezTo>
                      <a:pt x="2175" y="2379"/>
                      <a:pt x="2149" y="2346"/>
                      <a:pt x="2110" y="2340"/>
                    </a:cubicBezTo>
                    <a:cubicBezTo>
                      <a:pt x="1585" y="2274"/>
                      <a:pt x="1585" y="2274"/>
                      <a:pt x="1585" y="2274"/>
                    </a:cubicBezTo>
                    <a:cubicBezTo>
                      <a:pt x="1585" y="2169"/>
                      <a:pt x="1585" y="2169"/>
                      <a:pt x="1585" y="2169"/>
                    </a:cubicBezTo>
                    <a:cubicBezTo>
                      <a:pt x="2424" y="2169"/>
                      <a:pt x="2424" y="2169"/>
                      <a:pt x="2424" y="2169"/>
                    </a:cubicBezTo>
                    <a:cubicBezTo>
                      <a:pt x="2562" y="2169"/>
                      <a:pt x="2673" y="2058"/>
                      <a:pt x="2673" y="1920"/>
                    </a:cubicBezTo>
                    <a:cubicBezTo>
                      <a:pt x="2673" y="249"/>
                      <a:pt x="2673" y="249"/>
                      <a:pt x="2673" y="249"/>
                    </a:cubicBezTo>
                    <a:cubicBezTo>
                      <a:pt x="2673" y="112"/>
                      <a:pt x="2562" y="0"/>
                      <a:pt x="2424" y="0"/>
                    </a:cubicBezTo>
                    <a:close/>
                    <a:moveTo>
                      <a:pt x="2510" y="1920"/>
                    </a:moveTo>
                    <a:cubicBezTo>
                      <a:pt x="2510" y="1966"/>
                      <a:pt x="2470" y="2006"/>
                      <a:pt x="2424" y="2006"/>
                    </a:cubicBezTo>
                    <a:cubicBezTo>
                      <a:pt x="249" y="2006"/>
                      <a:pt x="249" y="2006"/>
                      <a:pt x="249" y="2006"/>
                    </a:cubicBezTo>
                    <a:cubicBezTo>
                      <a:pt x="203" y="2006"/>
                      <a:pt x="163" y="1966"/>
                      <a:pt x="163" y="1920"/>
                    </a:cubicBezTo>
                    <a:cubicBezTo>
                      <a:pt x="163" y="249"/>
                      <a:pt x="163" y="249"/>
                      <a:pt x="163" y="249"/>
                    </a:cubicBezTo>
                    <a:cubicBezTo>
                      <a:pt x="163" y="203"/>
                      <a:pt x="203" y="164"/>
                      <a:pt x="249" y="164"/>
                    </a:cubicBezTo>
                    <a:cubicBezTo>
                      <a:pt x="2424" y="164"/>
                      <a:pt x="2424" y="164"/>
                      <a:pt x="2424" y="164"/>
                    </a:cubicBezTo>
                    <a:cubicBezTo>
                      <a:pt x="2470" y="164"/>
                      <a:pt x="2510" y="203"/>
                      <a:pt x="2510" y="249"/>
                    </a:cubicBezTo>
                    <a:lnTo>
                      <a:pt x="2510" y="1920"/>
                    </a:lnTo>
                    <a:close/>
                    <a:moveTo>
                      <a:pt x="2510" y="1920"/>
                    </a:moveTo>
                    <a:cubicBezTo>
                      <a:pt x="2510" y="1920"/>
                      <a:pt x="2510" y="1920"/>
                      <a:pt x="2510" y="192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1" name="椭圆 30"/>
            <p:cNvSpPr/>
            <p:nvPr/>
          </p:nvSpPr>
          <p:spPr>
            <a:xfrm>
              <a:off x="1439019" y="2809213"/>
              <a:ext cx="2016432" cy="2016432"/>
            </a:xfrm>
            <a:prstGeom prst="ellipse">
              <a:avLst/>
            </a:prstGeom>
            <a:noFill/>
            <a:ln w="19050">
              <a:solidFill>
                <a:srgbClr val="3143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800351" y="3998667"/>
            <a:ext cx="255993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b="1" spc="-150">
                <a:solidFill>
                  <a:srgbClr val="314371"/>
                </a:solidFill>
                <a:cs typeface="+mn-ea"/>
                <a:sym typeface="+mn-lt"/>
              </a:rPr>
              <a:t>Web</a:t>
            </a:r>
            <a:r>
              <a:rPr lang="zh-CN" altLang="en-US" sz="2600" b="1" spc="-150">
                <a:solidFill>
                  <a:srgbClr val="314371"/>
                </a:solidFill>
                <a:cs typeface="+mn-ea"/>
                <a:sym typeface="+mn-lt"/>
              </a:rPr>
              <a:t>组的定位</a:t>
            </a:r>
            <a:endParaRPr lang="zh-CN" altLang="en-US" sz="2600" b="1" spc="-15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819696" y="4055182"/>
            <a:ext cx="2559932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b="1" spc="-150">
                <a:solidFill>
                  <a:srgbClr val="314371"/>
                </a:solidFill>
                <a:cs typeface="+mn-ea"/>
                <a:sym typeface="+mn-lt"/>
              </a:rPr>
              <a:t>Web</a:t>
            </a:r>
            <a:r>
              <a:rPr lang="zh-CN" altLang="en-US" sz="2600" b="1" spc="-150">
                <a:solidFill>
                  <a:srgbClr val="314371"/>
                </a:solidFill>
                <a:cs typeface="+mn-ea"/>
                <a:sym typeface="+mn-lt"/>
              </a:rPr>
              <a:t>组的宗旨</a:t>
            </a:r>
            <a:endParaRPr lang="zh-CN" altLang="en-US" sz="2600" b="1" spc="-150">
              <a:solidFill>
                <a:srgbClr val="314371"/>
              </a:solidFill>
              <a:cs typeface="+mn-ea"/>
              <a:sym typeface="+mn-lt"/>
            </a:endParaRPr>
          </a:p>
          <a:p>
            <a:pPr algn="ctr"/>
            <a:endParaRPr lang="zh-CN" altLang="en-US" sz="2600" b="1" spc="-15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839041" y="4055182"/>
            <a:ext cx="255993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b="1" spc="-150">
                <a:solidFill>
                  <a:srgbClr val="314371"/>
                </a:solidFill>
                <a:cs typeface="+mn-ea"/>
                <a:sym typeface="+mn-lt"/>
              </a:rPr>
              <a:t>Web</a:t>
            </a:r>
            <a:r>
              <a:rPr lang="zh-CN" altLang="en-US" sz="2600" b="1" spc="-150">
                <a:solidFill>
                  <a:srgbClr val="314371"/>
                </a:solidFill>
                <a:cs typeface="+mn-ea"/>
                <a:sym typeface="+mn-lt"/>
              </a:rPr>
              <a:t>组的目的</a:t>
            </a:r>
            <a:endParaRPr lang="zh-CN" altLang="en-US" sz="2600" b="1" spc="-15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00350" y="4698259"/>
            <a:ext cx="25599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spc="40">
                <a:solidFill>
                  <a:srgbClr val="314371"/>
                </a:solidFill>
                <a:cs typeface="+mn-ea"/>
                <a:sym typeface="+mn-lt"/>
              </a:rPr>
              <a:t>Positioning of the Web team </a:t>
            </a:r>
            <a:endParaRPr lang="zh-CN" altLang="en-US" sz="1200" spc="4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819696" y="4698259"/>
            <a:ext cx="25599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spc="40">
                <a:solidFill>
                  <a:srgbClr val="314371"/>
                </a:solidFill>
                <a:cs typeface="+mn-ea"/>
                <a:sym typeface="+mn-lt"/>
              </a:rPr>
              <a:t>The purpose of the Web team </a:t>
            </a:r>
            <a:endParaRPr lang="zh-CN" altLang="en-US" sz="1200" spc="4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839039" y="4698259"/>
            <a:ext cx="25599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spc="40">
                <a:solidFill>
                  <a:srgbClr val="314371"/>
                </a:solidFill>
                <a:cs typeface="+mn-ea"/>
                <a:sym typeface="+mn-lt"/>
              </a:rPr>
              <a:t>Purpose of the Web Team</a:t>
            </a:r>
            <a:endParaRPr lang="en-US" altLang="zh-CN" sz="1200" spc="40">
              <a:solidFill>
                <a:srgbClr val="31437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4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EditPoints="1"/>
          </p:cNvSpPr>
          <p:nvPr/>
        </p:nvSpPr>
        <p:spPr bwMode="auto">
          <a:xfrm>
            <a:off x="10604618" y="404450"/>
            <a:ext cx="452371" cy="355266"/>
          </a:xfrm>
          <a:custGeom>
            <a:avLst/>
            <a:gdLst>
              <a:gd name="T0" fmla="*/ 765 w 4202"/>
              <a:gd name="T1" fmla="*/ 1869 h 3300"/>
              <a:gd name="T2" fmla="*/ 2101 w 4202"/>
              <a:gd name="T3" fmla="*/ 2566 h 3300"/>
              <a:gd name="T4" fmla="*/ 3435 w 4202"/>
              <a:gd name="T5" fmla="*/ 1869 h 3300"/>
              <a:gd name="T6" fmla="*/ 3435 w 4202"/>
              <a:gd name="T7" fmla="*/ 2604 h 3300"/>
              <a:gd name="T8" fmla="*/ 2100 w 4202"/>
              <a:gd name="T9" fmla="*/ 3300 h 3300"/>
              <a:gd name="T10" fmla="*/ 765 w 4202"/>
              <a:gd name="T11" fmla="*/ 2604 h 3300"/>
              <a:gd name="T12" fmla="*/ 765 w 4202"/>
              <a:gd name="T13" fmla="*/ 1869 h 3300"/>
              <a:gd name="T14" fmla="*/ 2101 w 4202"/>
              <a:gd name="T15" fmla="*/ 0 h 3300"/>
              <a:gd name="T16" fmla="*/ 4202 w 4202"/>
              <a:gd name="T17" fmla="*/ 1099 h 3300"/>
              <a:gd name="T18" fmla="*/ 4202 w 4202"/>
              <a:gd name="T19" fmla="*/ 2566 h 3300"/>
              <a:gd name="T20" fmla="*/ 3819 w 4202"/>
              <a:gd name="T21" fmla="*/ 2566 h 3300"/>
              <a:gd name="T22" fmla="*/ 3819 w 4202"/>
              <a:gd name="T23" fmla="*/ 1299 h 3300"/>
              <a:gd name="T24" fmla="*/ 2101 w 4202"/>
              <a:gd name="T25" fmla="*/ 2197 h 3300"/>
              <a:gd name="T26" fmla="*/ 0 w 4202"/>
              <a:gd name="T27" fmla="*/ 1099 h 3300"/>
              <a:gd name="T28" fmla="*/ 2101 w 4202"/>
              <a:gd name="T29" fmla="*/ 0 h 3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202" h="3300">
                <a:moveTo>
                  <a:pt x="765" y="1869"/>
                </a:moveTo>
                <a:lnTo>
                  <a:pt x="2101" y="2566"/>
                </a:lnTo>
                <a:lnTo>
                  <a:pt x="3435" y="1869"/>
                </a:lnTo>
                <a:lnTo>
                  <a:pt x="3435" y="2604"/>
                </a:lnTo>
                <a:lnTo>
                  <a:pt x="2100" y="3300"/>
                </a:lnTo>
                <a:lnTo>
                  <a:pt x="765" y="2604"/>
                </a:lnTo>
                <a:lnTo>
                  <a:pt x="765" y="1869"/>
                </a:lnTo>
                <a:close/>
                <a:moveTo>
                  <a:pt x="2101" y="0"/>
                </a:moveTo>
                <a:lnTo>
                  <a:pt x="4202" y="1099"/>
                </a:lnTo>
                <a:lnTo>
                  <a:pt x="4202" y="2566"/>
                </a:lnTo>
                <a:lnTo>
                  <a:pt x="3819" y="2566"/>
                </a:lnTo>
                <a:lnTo>
                  <a:pt x="3819" y="1299"/>
                </a:lnTo>
                <a:lnTo>
                  <a:pt x="2101" y="2197"/>
                </a:lnTo>
                <a:lnTo>
                  <a:pt x="0" y="1099"/>
                </a:lnTo>
                <a:lnTo>
                  <a:pt x="2101" y="0"/>
                </a:lnTo>
                <a:close/>
              </a:path>
            </a:pathLst>
          </a:custGeom>
          <a:solidFill>
            <a:srgbClr val="31437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12216" y="2223235"/>
            <a:ext cx="2559932" cy="495412"/>
            <a:chOff x="212216" y="2648025"/>
            <a:chExt cx="2559932" cy="495412"/>
          </a:xfrm>
        </p:grpSpPr>
        <p:sp>
          <p:nvSpPr>
            <p:cNvPr id="14" name="矩形: 圆角 13"/>
            <p:cNvSpPr/>
            <p:nvPr/>
          </p:nvSpPr>
          <p:spPr>
            <a:xfrm>
              <a:off x="448182" y="2656549"/>
              <a:ext cx="2088000" cy="486888"/>
            </a:xfrm>
            <a:prstGeom prst="roundRect">
              <a:avLst>
                <a:gd name="adj" fmla="val 0"/>
              </a:avLst>
            </a:prstGeom>
            <a:solidFill>
              <a:srgbClr val="314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12216" y="2648025"/>
              <a:ext cx="255993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600" b="1" spc="-15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2600" b="1" spc="-15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128410" y="2232125"/>
            <a:ext cx="2559932" cy="495412"/>
            <a:chOff x="212216" y="2648025"/>
            <a:chExt cx="2559932" cy="495412"/>
          </a:xfrm>
        </p:grpSpPr>
        <p:sp>
          <p:nvSpPr>
            <p:cNvPr id="17" name="矩形: 圆角 16"/>
            <p:cNvSpPr/>
            <p:nvPr/>
          </p:nvSpPr>
          <p:spPr>
            <a:xfrm>
              <a:off x="448182" y="2656549"/>
              <a:ext cx="2088000" cy="486888"/>
            </a:xfrm>
            <a:prstGeom prst="roundRect">
              <a:avLst>
                <a:gd name="adj" fmla="val 0"/>
              </a:avLst>
            </a:prstGeom>
            <a:solidFill>
              <a:srgbClr val="314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12216" y="2648025"/>
              <a:ext cx="255993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600" b="1" spc="-15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altLang="zh-CN" sz="2600" b="1" spc="-15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0" name="图片 19" descr="C:\Users\lenovo\Desktop\202446033f77ef84ca553dcb3585c67e.jpg202446033f77ef84ca553dcb3585c67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194810" y="2143760"/>
            <a:ext cx="3488690" cy="30118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87985" y="3061335"/>
            <a:ext cx="3684270" cy="1850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spc="4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     小鸟快修社团Web组是社团中专注于网页开发与相关技术的核心团队，承担着社团线上平台搭建、维护与优化的重要职责。</a:t>
            </a:r>
            <a:endParaRPr lang="en-US" altLang="zh-CN" sz="1600" b="1" spc="4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47536" y="3061173"/>
            <a:ext cx="3365039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spc="4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      我们致力于利用前沿的Web技术，打造高效、稳定且用户体验良好的网站及应用程序，为社团的各项动提供坚实的线上支持。</a:t>
            </a:r>
            <a:endParaRPr lang="en-US" altLang="zh-CN" sz="1600" b="1" spc="4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50000"/>
              </a:lnSpc>
            </a:pPr>
            <a:r>
              <a:rPr lang="en-US" altLang="zh-CN" sz="1200" spc="40">
                <a:solidFill>
                  <a:srgbClr val="314371"/>
                </a:solidFill>
                <a:cs typeface="+mn-ea"/>
                <a:sym typeface="+mn-lt"/>
              </a:rPr>
              <a:t> </a:t>
            </a:r>
            <a:endParaRPr lang="zh-CN" altLang="en-US" sz="1200" spc="4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133215" y="10928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317500" y="1081405"/>
            <a:ext cx="5190490" cy="754380"/>
            <a:chOff x="500" y="1703"/>
            <a:chExt cx="8174" cy="1188"/>
          </a:xfrm>
        </p:grpSpPr>
        <p:grpSp>
          <p:nvGrpSpPr>
            <p:cNvPr id="7" name="组合 6"/>
            <p:cNvGrpSpPr/>
            <p:nvPr/>
          </p:nvGrpSpPr>
          <p:grpSpPr>
            <a:xfrm>
              <a:off x="500" y="1703"/>
              <a:ext cx="1130" cy="1189"/>
              <a:chOff x="6270911" y="4724409"/>
              <a:chExt cx="2016432" cy="2016432"/>
            </a:xfrm>
          </p:grpSpPr>
          <p:sp>
            <p:nvSpPr>
              <p:cNvPr id="24" name="椭圆 23"/>
              <p:cNvSpPr/>
              <p:nvPr>
                <p:custDataLst>
                  <p:tags r:id="rId2"/>
                </p:custDataLst>
              </p:nvPr>
            </p:nvSpPr>
            <p:spPr>
              <a:xfrm>
                <a:off x="6360123" y="4813621"/>
                <a:ext cx="1838008" cy="1838008"/>
              </a:xfrm>
              <a:prstGeom prst="ellipse">
                <a:avLst/>
              </a:prstGeom>
              <a:solidFill>
                <a:srgbClr val="31437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6959359" y="5277163"/>
                <a:ext cx="639536" cy="929804"/>
                <a:chOff x="3738563" y="1588"/>
                <a:chExt cx="4714875" cy="6854825"/>
              </a:xfrm>
              <a:solidFill>
                <a:schemeClr val="bg1"/>
              </a:solidFill>
            </p:grpSpPr>
            <p:sp>
              <p:nvSpPr>
                <p:cNvPr id="26" name="Freeform 14"/>
                <p:cNvSpPr>
                  <a:spLocks noEditPoints="1"/>
                </p:cNvSpPr>
                <p:nvPr>
                  <p:custDataLst>
                    <p:tags r:id="rId3"/>
                  </p:custDataLst>
                </p:nvPr>
              </p:nvSpPr>
              <p:spPr bwMode="auto">
                <a:xfrm>
                  <a:off x="3738563" y="1588"/>
                  <a:ext cx="4714875" cy="6854825"/>
                </a:xfrm>
                <a:custGeom>
                  <a:avLst/>
                  <a:gdLst>
                    <a:gd name="T0" fmla="*/ 1126 w 2253"/>
                    <a:gd name="T1" fmla="*/ 0 h 3277"/>
                    <a:gd name="T2" fmla="*/ 0 w 2253"/>
                    <a:gd name="T3" fmla="*/ 1126 h 3277"/>
                    <a:gd name="T4" fmla="*/ 512 w 2253"/>
                    <a:gd name="T5" fmla="*/ 2360 h 3277"/>
                    <a:gd name="T6" fmla="*/ 1126 w 2253"/>
                    <a:gd name="T7" fmla="*/ 3277 h 3277"/>
                    <a:gd name="T8" fmla="*/ 1741 w 2253"/>
                    <a:gd name="T9" fmla="*/ 2363 h 3277"/>
                    <a:gd name="T10" fmla="*/ 2253 w 2253"/>
                    <a:gd name="T11" fmla="*/ 1126 h 3277"/>
                    <a:gd name="T12" fmla="*/ 1126 w 2253"/>
                    <a:gd name="T13" fmla="*/ 0 h 3277"/>
                    <a:gd name="T14" fmla="*/ 1392 w 2253"/>
                    <a:gd name="T15" fmla="*/ 2783 h 3277"/>
                    <a:gd name="T16" fmla="*/ 880 w 2253"/>
                    <a:gd name="T17" fmla="*/ 2847 h 3277"/>
                    <a:gd name="T18" fmla="*/ 818 w 2253"/>
                    <a:gd name="T19" fmla="*/ 2653 h 3277"/>
                    <a:gd name="T20" fmla="*/ 1452 w 2253"/>
                    <a:gd name="T21" fmla="*/ 2574 h 3277"/>
                    <a:gd name="T22" fmla="*/ 1434 w 2253"/>
                    <a:gd name="T23" fmla="*/ 2662 h 3277"/>
                    <a:gd name="T24" fmla="*/ 1392 w 2253"/>
                    <a:gd name="T25" fmla="*/ 2783 h 3277"/>
                    <a:gd name="T26" fmla="*/ 793 w 2253"/>
                    <a:gd name="T27" fmla="*/ 2551 h 3277"/>
                    <a:gd name="T28" fmla="*/ 729 w 2253"/>
                    <a:gd name="T29" fmla="*/ 2355 h 3277"/>
                    <a:gd name="T30" fmla="*/ 1525 w 2253"/>
                    <a:gd name="T31" fmla="*/ 2355 h 3277"/>
                    <a:gd name="T32" fmla="*/ 1489 w 2253"/>
                    <a:gd name="T33" fmla="*/ 2464 h 3277"/>
                    <a:gd name="T34" fmla="*/ 793 w 2253"/>
                    <a:gd name="T35" fmla="*/ 2551 h 3277"/>
                    <a:gd name="T36" fmla="*/ 1126 w 2253"/>
                    <a:gd name="T37" fmla="*/ 3072 h 3277"/>
                    <a:gd name="T38" fmla="*/ 922 w 2253"/>
                    <a:gd name="T39" fmla="*/ 2944 h 3277"/>
                    <a:gd name="T40" fmla="*/ 1356 w 2253"/>
                    <a:gd name="T41" fmla="*/ 2890 h 3277"/>
                    <a:gd name="T42" fmla="*/ 1126 w 2253"/>
                    <a:gd name="T43" fmla="*/ 3072 h 3277"/>
                    <a:gd name="T44" fmla="*/ 1605 w 2253"/>
                    <a:gd name="T45" fmla="*/ 2150 h 3277"/>
                    <a:gd name="T46" fmla="*/ 649 w 2253"/>
                    <a:gd name="T47" fmla="*/ 2150 h 3277"/>
                    <a:gd name="T48" fmla="*/ 476 w 2253"/>
                    <a:gd name="T49" fmla="*/ 1821 h 3277"/>
                    <a:gd name="T50" fmla="*/ 205 w 2253"/>
                    <a:gd name="T51" fmla="*/ 1126 h 3277"/>
                    <a:gd name="T52" fmla="*/ 1126 w 2253"/>
                    <a:gd name="T53" fmla="*/ 205 h 3277"/>
                    <a:gd name="T54" fmla="*/ 2048 w 2253"/>
                    <a:gd name="T55" fmla="*/ 1126 h 3277"/>
                    <a:gd name="T56" fmla="*/ 1776 w 2253"/>
                    <a:gd name="T57" fmla="*/ 1822 h 3277"/>
                    <a:gd name="T58" fmla="*/ 1605 w 2253"/>
                    <a:gd name="T59" fmla="*/ 2150 h 3277"/>
                    <a:gd name="T60" fmla="*/ 1605 w 2253"/>
                    <a:gd name="T61" fmla="*/ 2150 h 3277"/>
                    <a:gd name="T62" fmla="*/ 1605 w 2253"/>
                    <a:gd name="T63" fmla="*/ 2150 h 3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253" h="3277">
                      <a:moveTo>
                        <a:pt x="1126" y="0"/>
                      </a:moveTo>
                      <a:cubicBezTo>
                        <a:pt x="504" y="0"/>
                        <a:pt x="0" y="504"/>
                        <a:pt x="0" y="1126"/>
                      </a:cubicBezTo>
                      <a:cubicBezTo>
                        <a:pt x="0" y="1536"/>
                        <a:pt x="378" y="1976"/>
                        <a:pt x="512" y="2360"/>
                      </a:cubicBezTo>
                      <a:cubicBezTo>
                        <a:pt x="717" y="2934"/>
                        <a:pt x="697" y="3277"/>
                        <a:pt x="1126" y="3277"/>
                      </a:cubicBezTo>
                      <a:cubicBezTo>
                        <a:pt x="1555" y="3277"/>
                        <a:pt x="1536" y="2936"/>
                        <a:pt x="1741" y="2363"/>
                      </a:cubicBezTo>
                      <a:cubicBezTo>
                        <a:pt x="1876" y="1978"/>
                        <a:pt x="2253" y="1536"/>
                        <a:pt x="2253" y="1126"/>
                      </a:cubicBezTo>
                      <a:cubicBezTo>
                        <a:pt x="2253" y="504"/>
                        <a:pt x="1749" y="0"/>
                        <a:pt x="1126" y="0"/>
                      </a:cubicBezTo>
                      <a:close/>
                      <a:moveTo>
                        <a:pt x="1392" y="2783"/>
                      </a:moveTo>
                      <a:cubicBezTo>
                        <a:pt x="880" y="2847"/>
                        <a:pt x="880" y="2847"/>
                        <a:pt x="880" y="2847"/>
                      </a:cubicBezTo>
                      <a:cubicBezTo>
                        <a:pt x="861" y="2794"/>
                        <a:pt x="842" y="2733"/>
                        <a:pt x="818" y="2653"/>
                      </a:cubicBezTo>
                      <a:cubicBezTo>
                        <a:pt x="1452" y="2574"/>
                        <a:pt x="1452" y="2574"/>
                        <a:pt x="1452" y="2574"/>
                      </a:cubicBezTo>
                      <a:cubicBezTo>
                        <a:pt x="1434" y="2662"/>
                        <a:pt x="1434" y="2662"/>
                        <a:pt x="1434" y="2662"/>
                      </a:cubicBezTo>
                      <a:cubicBezTo>
                        <a:pt x="1415" y="2706"/>
                        <a:pt x="1403" y="2746"/>
                        <a:pt x="1392" y="2783"/>
                      </a:cubicBezTo>
                      <a:close/>
                      <a:moveTo>
                        <a:pt x="793" y="2551"/>
                      </a:moveTo>
                      <a:cubicBezTo>
                        <a:pt x="773" y="2489"/>
                        <a:pt x="752" y="2423"/>
                        <a:pt x="729" y="2355"/>
                      </a:cubicBezTo>
                      <a:cubicBezTo>
                        <a:pt x="1525" y="2355"/>
                        <a:pt x="1525" y="2355"/>
                        <a:pt x="1525" y="2355"/>
                      </a:cubicBezTo>
                      <a:cubicBezTo>
                        <a:pt x="1512" y="2392"/>
                        <a:pt x="1499" y="2429"/>
                        <a:pt x="1489" y="2464"/>
                      </a:cubicBezTo>
                      <a:lnTo>
                        <a:pt x="793" y="2551"/>
                      </a:lnTo>
                      <a:close/>
                      <a:moveTo>
                        <a:pt x="1126" y="3072"/>
                      </a:moveTo>
                      <a:cubicBezTo>
                        <a:pt x="1035" y="3089"/>
                        <a:pt x="946" y="3033"/>
                        <a:pt x="922" y="2944"/>
                      </a:cubicBezTo>
                      <a:cubicBezTo>
                        <a:pt x="1356" y="2890"/>
                        <a:pt x="1356" y="2890"/>
                        <a:pt x="1356" y="2890"/>
                      </a:cubicBezTo>
                      <a:cubicBezTo>
                        <a:pt x="1293" y="3059"/>
                        <a:pt x="1247" y="3072"/>
                        <a:pt x="1126" y="3072"/>
                      </a:cubicBezTo>
                      <a:close/>
                      <a:moveTo>
                        <a:pt x="1605" y="2150"/>
                      </a:moveTo>
                      <a:cubicBezTo>
                        <a:pt x="649" y="2150"/>
                        <a:pt x="649" y="2150"/>
                        <a:pt x="649" y="2150"/>
                      </a:cubicBezTo>
                      <a:cubicBezTo>
                        <a:pt x="598" y="2040"/>
                        <a:pt x="537" y="1929"/>
                        <a:pt x="476" y="1821"/>
                      </a:cubicBezTo>
                      <a:cubicBezTo>
                        <a:pt x="343" y="1582"/>
                        <a:pt x="205" y="1331"/>
                        <a:pt x="205" y="1126"/>
                      </a:cubicBezTo>
                      <a:cubicBezTo>
                        <a:pt x="205" y="617"/>
                        <a:pt x="617" y="205"/>
                        <a:pt x="1126" y="205"/>
                      </a:cubicBezTo>
                      <a:cubicBezTo>
                        <a:pt x="1635" y="205"/>
                        <a:pt x="2048" y="617"/>
                        <a:pt x="2048" y="1126"/>
                      </a:cubicBezTo>
                      <a:cubicBezTo>
                        <a:pt x="2048" y="1331"/>
                        <a:pt x="1910" y="1582"/>
                        <a:pt x="1776" y="1822"/>
                      </a:cubicBezTo>
                      <a:cubicBezTo>
                        <a:pt x="1716" y="1930"/>
                        <a:pt x="1656" y="2041"/>
                        <a:pt x="1605" y="2150"/>
                      </a:cubicBezTo>
                      <a:close/>
                      <a:moveTo>
                        <a:pt x="1605" y="2150"/>
                      </a:moveTo>
                      <a:cubicBezTo>
                        <a:pt x="1605" y="2150"/>
                        <a:pt x="1605" y="2150"/>
                        <a:pt x="1605" y="215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Freeform 15"/>
                <p:cNvSpPr>
                  <a:spLocks noEditPoints="1"/>
                </p:cNvSpPr>
                <p:nvPr>
                  <p:custDataLst>
                    <p:tags r:id="rId4"/>
                  </p:custDataLst>
                </p:nvPr>
              </p:nvSpPr>
              <p:spPr bwMode="auto">
                <a:xfrm>
                  <a:off x="4810126" y="1073150"/>
                  <a:ext cx="1393825" cy="1392238"/>
                </a:xfrm>
                <a:custGeom>
                  <a:avLst/>
                  <a:gdLst>
                    <a:gd name="T0" fmla="*/ 614 w 666"/>
                    <a:gd name="T1" fmla="*/ 0 h 666"/>
                    <a:gd name="T2" fmla="*/ 0 w 666"/>
                    <a:gd name="T3" fmla="*/ 614 h 666"/>
                    <a:gd name="T4" fmla="*/ 51 w 666"/>
                    <a:gd name="T5" fmla="*/ 666 h 666"/>
                    <a:gd name="T6" fmla="*/ 102 w 666"/>
                    <a:gd name="T7" fmla="*/ 614 h 666"/>
                    <a:gd name="T8" fmla="*/ 614 w 666"/>
                    <a:gd name="T9" fmla="*/ 102 h 666"/>
                    <a:gd name="T10" fmla="*/ 666 w 666"/>
                    <a:gd name="T11" fmla="*/ 51 h 666"/>
                    <a:gd name="T12" fmla="*/ 614 w 666"/>
                    <a:gd name="T13" fmla="*/ 0 h 666"/>
                    <a:gd name="T14" fmla="*/ 614 w 666"/>
                    <a:gd name="T15" fmla="*/ 0 h 666"/>
                    <a:gd name="T16" fmla="*/ 614 w 666"/>
                    <a:gd name="T17" fmla="*/ 0 h 6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66" h="666">
                      <a:moveTo>
                        <a:pt x="614" y="0"/>
                      </a:moveTo>
                      <a:cubicBezTo>
                        <a:pt x="275" y="0"/>
                        <a:pt x="0" y="275"/>
                        <a:pt x="0" y="614"/>
                      </a:cubicBezTo>
                      <a:cubicBezTo>
                        <a:pt x="0" y="643"/>
                        <a:pt x="23" y="666"/>
                        <a:pt x="51" y="666"/>
                      </a:cubicBezTo>
                      <a:cubicBezTo>
                        <a:pt x="79" y="666"/>
                        <a:pt x="102" y="643"/>
                        <a:pt x="102" y="614"/>
                      </a:cubicBezTo>
                      <a:cubicBezTo>
                        <a:pt x="102" y="332"/>
                        <a:pt x="332" y="102"/>
                        <a:pt x="614" y="102"/>
                      </a:cubicBezTo>
                      <a:cubicBezTo>
                        <a:pt x="643" y="102"/>
                        <a:pt x="666" y="79"/>
                        <a:pt x="666" y="51"/>
                      </a:cubicBezTo>
                      <a:cubicBezTo>
                        <a:pt x="666" y="23"/>
                        <a:pt x="643" y="0"/>
                        <a:pt x="614" y="0"/>
                      </a:cubicBezTo>
                      <a:close/>
                      <a:moveTo>
                        <a:pt x="614" y="0"/>
                      </a:moveTo>
                      <a:cubicBezTo>
                        <a:pt x="614" y="0"/>
                        <a:pt x="614" y="0"/>
                        <a:pt x="614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8" name="椭圆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6270911" y="4724409"/>
                <a:ext cx="2016432" cy="2016432"/>
              </a:xfrm>
              <a:prstGeom prst="ellipse">
                <a:avLst/>
              </a:prstGeom>
              <a:noFill/>
              <a:ln w="19050">
                <a:solidFill>
                  <a:srgbClr val="31437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1" name="文本框 40"/>
            <p:cNvSpPr txBox="1"/>
            <p:nvPr>
              <p:custDataLst>
                <p:tags r:id="rId6"/>
              </p:custDataLst>
            </p:nvPr>
          </p:nvSpPr>
          <p:spPr>
            <a:xfrm>
              <a:off x="1252" y="1908"/>
              <a:ext cx="7423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600" b="1" spc="-150">
                  <a:solidFill>
                    <a:schemeClr val="tx1"/>
                  </a:solidFill>
                  <a:cs typeface="+mn-ea"/>
                  <a:sym typeface="+mn-lt"/>
                </a:rPr>
                <a:t>小鸟快修社团Web组的定位</a:t>
              </a:r>
              <a:endParaRPr lang="en-US" altLang="zh-CN" sz="2600" b="1" spc="-15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86080" y="472440"/>
            <a:ext cx="7810500" cy="336550"/>
            <a:chOff x="500" y="766"/>
            <a:chExt cx="12300" cy="530"/>
          </a:xfrm>
        </p:grpSpPr>
        <p:sp>
          <p:nvSpPr>
            <p:cNvPr id="6" name="矩形 5"/>
            <p:cNvSpPr/>
            <p:nvPr/>
          </p:nvSpPr>
          <p:spPr>
            <a:xfrm>
              <a:off x="2558" y="766"/>
              <a:ext cx="2608" cy="510"/>
            </a:xfrm>
            <a:prstGeom prst="rect">
              <a:avLst/>
            </a:prstGeom>
            <a:solidFill>
              <a:srgbClr val="314371"/>
            </a:solidFill>
            <a:ln w="6350">
              <a:solidFill>
                <a:srgbClr val="3143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2845" y="766"/>
              <a:ext cx="238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spc="-150">
                  <a:solidFill>
                    <a:schemeClr val="bg1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600" spc="-150">
                  <a:solidFill>
                    <a:schemeClr val="bg1"/>
                  </a:solidFill>
                  <a:cs typeface="+mn-ea"/>
                  <a:sym typeface="+mn-lt"/>
                </a:rPr>
                <a:t>组的定位</a:t>
              </a:r>
              <a:endParaRPr lang="zh-CN" altLang="en-US" sz="1600" spc="-15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080" y="766"/>
              <a:ext cx="403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spc="-150">
                  <a:solidFill>
                    <a:srgbClr val="314371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600" spc="-150">
                  <a:solidFill>
                    <a:srgbClr val="314371"/>
                  </a:solidFill>
                  <a:cs typeface="+mn-ea"/>
                  <a:sym typeface="+mn-lt"/>
                </a:rPr>
                <a:t>组的宗旨</a:t>
              </a:r>
              <a:endParaRPr lang="zh-CN" altLang="en-US" sz="1600" spc="-150">
                <a:solidFill>
                  <a:srgbClr val="314371"/>
                </a:solidFill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738" y="766"/>
              <a:ext cx="30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spc="-150">
                  <a:solidFill>
                    <a:srgbClr val="314371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600" spc="-150">
                  <a:solidFill>
                    <a:srgbClr val="314371"/>
                  </a:solidFill>
                  <a:cs typeface="+mn-ea"/>
                  <a:sym typeface="+mn-lt"/>
                </a:rPr>
                <a:t>组的目的</a:t>
              </a:r>
              <a:endParaRPr lang="zh-CN" altLang="en-US" sz="1600" spc="-150">
                <a:solidFill>
                  <a:srgbClr val="314371"/>
                </a:solidFill>
                <a:cs typeface="+mn-ea"/>
                <a:sym typeface="+mn-lt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7"/>
              </p:custDataLst>
            </p:nvPr>
          </p:nvSpPr>
          <p:spPr>
            <a:xfrm>
              <a:off x="500" y="766"/>
              <a:ext cx="203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spc="-150">
                  <a:solidFill>
                    <a:srgbClr val="314371"/>
                  </a:solidFill>
                  <a:cs typeface="+mn-ea"/>
                  <a:sym typeface="+mn-lt"/>
                </a:rPr>
                <a:t>目录</a:t>
              </a:r>
              <a:endParaRPr lang="zh-CN" altLang="en-US" sz="1600" spc="-150">
                <a:solidFill>
                  <a:srgbClr val="31437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5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EditPoints="1"/>
          </p:cNvSpPr>
          <p:nvPr/>
        </p:nvSpPr>
        <p:spPr bwMode="auto">
          <a:xfrm>
            <a:off x="10604618" y="404450"/>
            <a:ext cx="452371" cy="355266"/>
          </a:xfrm>
          <a:custGeom>
            <a:avLst/>
            <a:gdLst>
              <a:gd name="T0" fmla="*/ 765 w 4202"/>
              <a:gd name="T1" fmla="*/ 1869 h 3300"/>
              <a:gd name="T2" fmla="*/ 2101 w 4202"/>
              <a:gd name="T3" fmla="*/ 2566 h 3300"/>
              <a:gd name="T4" fmla="*/ 3435 w 4202"/>
              <a:gd name="T5" fmla="*/ 1869 h 3300"/>
              <a:gd name="T6" fmla="*/ 3435 w 4202"/>
              <a:gd name="T7" fmla="*/ 2604 h 3300"/>
              <a:gd name="T8" fmla="*/ 2100 w 4202"/>
              <a:gd name="T9" fmla="*/ 3300 h 3300"/>
              <a:gd name="T10" fmla="*/ 765 w 4202"/>
              <a:gd name="T11" fmla="*/ 2604 h 3300"/>
              <a:gd name="T12" fmla="*/ 765 w 4202"/>
              <a:gd name="T13" fmla="*/ 1869 h 3300"/>
              <a:gd name="T14" fmla="*/ 2101 w 4202"/>
              <a:gd name="T15" fmla="*/ 0 h 3300"/>
              <a:gd name="T16" fmla="*/ 4202 w 4202"/>
              <a:gd name="T17" fmla="*/ 1099 h 3300"/>
              <a:gd name="T18" fmla="*/ 4202 w 4202"/>
              <a:gd name="T19" fmla="*/ 2566 h 3300"/>
              <a:gd name="T20" fmla="*/ 3819 w 4202"/>
              <a:gd name="T21" fmla="*/ 2566 h 3300"/>
              <a:gd name="T22" fmla="*/ 3819 w 4202"/>
              <a:gd name="T23" fmla="*/ 1299 h 3300"/>
              <a:gd name="T24" fmla="*/ 2101 w 4202"/>
              <a:gd name="T25" fmla="*/ 2197 h 3300"/>
              <a:gd name="T26" fmla="*/ 0 w 4202"/>
              <a:gd name="T27" fmla="*/ 1099 h 3300"/>
              <a:gd name="T28" fmla="*/ 2101 w 4202"/>
              <a:gd name="T29" fmla="*/ 0 h 3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202" h="3300">
                <a:moveTo>
                  <a:pt x="765" y="1869"/>
                </a:moveTo>
                <a:lnTo>
                  <a:pt x="2101" y="2566"/>
                </a:lnTo>
                <a:lnTo>
                  <a:pt x="3435" y="1869"/>
                </a:lnTo>
                <a:lnTo>
                  <a:pt x="3435" y="2604"/>
                </a:lnTo>
                <a:lnTo>
                  <a:pt x="2100" y="3300"/>
                </a:lnTo>
                <a:lnTo>
                  <a:pt x="765" y="2604"/>
                </a:lnTo>
                <a:lnTo>
                  <a:pt x="765" y="1869"/>
                </a:lnTo>
                <a:close/>
                <a:moveTo>
                  <a:pt x="2101" y="0"/>
                </a:moveTo>
                <a:lnTo>
                  <a:pt x="4202" y="1099"/>
                </a:lnTo>
                <a:lnTo>
                  <a:pt x="4202" y="2566"/>
                </a:lnTo>
                <a:lnTo>
                  <a:pt x="3819" y="2566"/>
                </a:lnTo>
                <a:lnTo>
                  <a:pt x="3819" y="1299"/>
                </a:lnTo>
                <a:lnTo>
                  <a:pt x="2101" y="2197"/>
                </a:lnTo>
                <a:lnTo>
                  <a:pt x="0" y="1099"/>
                </a:lnTo>
                <a:lnTo>
                  <a:pt x="2101" y="0"/>
                </a:lnTo>
                <a:close/>
              </a:path>
            </a:pathLst>
          </a:custGeom>
          <a:solidFill>
            <a:srgbClr val="31437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38" b="32038"/>
          <a:stretch>
            <a:fillRect/>
          </a:stretch>
        </p:blipFill>
        <p:spPr>
          <a:xfrm>
            <a:off x="3811" y="1820347"/>
            <a:ext cx="7243948" cy="234824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63" b="33027"/>
          <a:stretch>
            <a:fillRect/>
          </a:stretch>
        </p:blipFill>
        <p:spPr>
          <a:xfrm>
            <a:off x="4951863" y="4390492"/>
            <a:ext cx="7243947" cy="2348248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7247758" y="1820347"/>
            <a:ext cx="4948052" cy="2348248"/>
            <a:chOff x="7243948" y="1439982"/>
            <a:chExt cx="4948052" cy="2348248"/>
          </a:xfrm>
        </p:grpSpPr>
        <p:sp>
          <p:nvSpPr>
            <p:cNvPr id="14" name="矩形 13"/>
            <p:cNvSpPr/>
            <p:nvPr/>
          </p:nvSpPr>
          <p:spPr>
            <a:xfrm>
              <a:off x="7243948" y="1439982"/>
              <a:ext cx="4948052" cy="2348248"/>
            </a:xfrm>
            <a:prstGeom prst="rect">
              <a:avLst/>
            </a:prstGeom>
            <a:solidFill>
              <a:srgbClr val="314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481452" y="1816199"/>
              <a:ext cx="255993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00" b="1" spc="-15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2600" b="1" spc="-15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481452" y="2348681"/>
              <a:ext cx="3887507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 spc="40">
                  <a:solidFill>
                    <a:schemeClr val="bg1"/>
                  </a:solidFill>
                  <a:cs typeface="+mn-ea"/>
                  <a:sym typeface="+mn-lt"/>
                </a:rPr>
                <a:t>以技术为先导，服务为宗旨，致力于为社团成员、学校师生乃至更广泛的群体提供优质的Web服务与体验。</a:t>
              </a:r>
              <a:endParaRPr lang="en-US" altLang="zh-CN" sz="1200" spc="4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-1904" y="4390492"/>
            <a:ext cx="4957723" cy="2348248"/>
            <a:chOff x="-5714" y="4010127"/>
            <a:chExt cx="4957723" cy="2348248"/>
          </a:xfrm>
        </p:grpSpPr>
        <p:sp>
          <p:nvSpPr>
            <p:cNvPr id="16" name="矩形 15"/>
            <p:cNvSpPr/>
            <p:nvPr/>
          </p:nvSpPr>
          <p:spPr>
            <a:xfrm>
              <a:off x="-5714" y="4010127"/>
              <a:ext cx="4957723" cy="2348248"/>
            </a:xfrm>
            <a:prstGeom prst="rect">
              <a:avLst/>
            </a:prstGeom>
            <a:solidFill>
              <a:srgbClr val="314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43219" y="4389314"/>
              <a:ext cx="255993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00" b="1" spc="-15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altLang="zh-CN" sz="2600" b="1" spc="-15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43219" y="4881757"/>
              <a:ext cx="3887507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 spc="40">
                  <a:solidFill>
                    <a:schemeClr val="bg1"/>
                  </a:solidFill>
                  <a:cs typeface="+mn-ea"/>
                  <a:sym typeface="+mn-lt"/>
                </a:rPr>
                <a:t>秉持创新、协作、分享的精神，不断探索Web领域的新技术、新方法，提升自身技术水平，同时也乐于与他人分享知识与经验 </a:t>
              </a:r>
              <a:r>
                <a:rPr lang="zh-CN" altLang="en-US" sz="1200" spc="40">
                  <a:solidFill>
                    <a:schemeClr val="bg1"/>
                  </a:solidFill>
                  <a:cs typeface="+mn-ea"/>
                  <a:sym typeface="+mn-lt"/>
                </a:rPr>
                <a:t>。</a:t>
              </a:r>
              <a:endParaRPr lang="zh-CN" altLang="en-US" sz="1200" spc="4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27660" y="322580"/>
            <a:ext cx="7811135" cy="337185"/>
            <a:chOff x="500" y="766"/>
            <a:chExt cx="12301" cy="531"/>
          </a:xfrm>
        </p:grpSpPr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5893" y="766"/>
              <a:ext cx="2471" cy="510"/>
            </a:xfrm>
            <a:prstGeom prst="rect">
              <a:avLst/>
            </a:prstGeom>
            <a:solidFill>
              <a:srgbClr val="314371"/>
            </a:solidFill>
            <a:ln w="6350">
              <a:solidFill>
                <a:srgbClr val="3143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4"/>
              </p:custDataLst>
            </p:nvPr>
          </p:nvSpPr>
          <p:spPr>
            <a:xfrm>
              <a:off x="6179" y="766"/>
              <a:ext cx="238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spc="-150">
                  <a:solidFill>
                    <a:schemeClr val="bg1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600" spc="-150">
                  <a:solidFill>
                    <a:schemeClr val="bg1"/>
                  </a:solidFill>
                  <a:cs typeface="+mn-ea"/>
                  <a:sym typeface="+mn-lt"/>
                </a:rPr>
                <a:t>组的宗旨</a:t>
              </a:r>
              <a:endParaRPr lang="zh-CN" altLang="en-US" sz="1600" spc="-15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5"/>
              </p:custDataLst>
            </p:nvPr>
          </p:nvSpPr>
          <p:spPr>
            <a:xfrm>
              <a:off x="2566" y="766"/>
              <a:ext cx="282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spc="-150">
                  <a:solidFill>
                    <a:srgbClr val="314371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600" spc="-150">
                  <a:solidFill>
                    <a:srgbClr val="314371"/>
                  </a:solidFill>
                  <a:cs typeface="+mn-ea"/>
                  <a:sym typeface="+mn-lt"/>
                </a:rPr>
                <a:t>组的定位</a:t>
              </a:r>
              <a:endParaRPr lang="zh-CN" altLang="en-US" sz="1600" spc="-150">
                <a:solidFill>
                  <a:srgbClr val="31437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>
              <a:off x="9738" y="766"/>
              <a:ext cx="30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spc="-150">
                  <a:solidFill>
                    <a:srgbClr val="314371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600" spc="-150">
                  <a:solidFill>
                    <a:srgbClr val="314371"/>
                  </a:solidFill>
                  <a:cs typeface="+mn-ea"/>
                  <a:sym typeface="+mn-lt"/>
                </a:rPr>
                <a:t>组的目的</a:t>
              </a:r>
              <a:endParaRPr lang="zh-CN" altLang="en-US" sz="1600" spc="-150">
                <a:solidFill>
                  <a:srgbClr val="314371"/>
                </a:solidFill>
                <a:cs typeface="+mn-ea"/>
                <a:sym typeface="+mn-lt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7"/>
              </p:custDataLst>
            </p:nvPr>
          </p:nvSpPr>
          <p:spPr>
            <a:xfrm>
              <a:off x="500" y="766"/>
              <a:ext cx="203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spc="-150">
                  <a:solidFill>
                    <a:srgbClr val="314371"/>
                  </a:solidFill>
                  <a:cs typeface="+mn-ea"/>
                  <a:sym typeface="+mn-lt"/>
                </a:rPr>
                <a:t>目录</a:t>
              </a:r>
              <a:endParaRPr lang="zh-CN" altLang="en-US" sz="1600" spc="-150">
                <a:solidFill>
                  <a:srgbClr val="31437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1" name="文本框 40"/>
          <p:cNvSpPr txBox="1"/>
          <p:nvPr>
            <p:custDataLst>
              <p:tags r:id="rId8"/>
            </p:custDataLst>
          </p:nvPr>
        </p:nvSpPr>
        <p:spPr>
          <a:xfrm>
            <a:off x="737235" y="927735"/>
            <a:ext cx="47136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600" b="1" spc="-150">
                <a:solidFill>
                  <a:schemeClr val="tx1"/>
                </a:solidFill>
                <a:cs typeface="+mn-ea"/>
                <a:sym typeface="+mn-lt"/>
              </a:rPr>
              <a:t>小鸟快修社团Web组的</a:t>
            </a:r>
            <a:r>
              <a:rPr lang="zh-CN" altLang="en-US" sz="2600" b="1" spc="-150">
                <a:solidFill>
                  <a:schemeClr val="tx1"/>
                </a:solidFill>
                <a:cs typeface="+mn-ea"/>
                <a:sym typeface="+mn-lt"/>
              </a:rPr>
              <a:t>宗旨</a:t>
            </a:r>
            <a:endParaRPr lang="zh-CN" altLang="en-US" sz="2600" b="1" spc="-15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77825" y="877570"/>
            <a:ext cx="601980" cy="617220"/>
            <a:chOff x="1439019" y="4724409"/>
            <a:chExt cx="2016432" cy="2016432"/>
          </a:xfrm>
        </p:grpSpPr>
        <p:sp>
          <p:nvSpPr>
            <p:cNvPr id="23" name="椭圆 22"/>
            <p:cNvSpPr/>
            <p:nvPr>
              <p:custDataLst>
                <p:tags r:id="rId9"/>
              </p:custDataLst>
            </p:nvPr>
          </p:nvSpPr>
          <p:spPr>
            <a:xfrm>
              <a:off x="1528231" y="4813621"/>
              <a:ext cx="1838008" cy="1838008"/>
            </a:xfrm>
            <a:prstGeom prst="ellipse">
              <a:avLst/>
            </a:prstGeom>
            <a:solidFill>
              <a:srgbClr val="31437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009067" y="5294255"/>
              <a:ext cx="876336" cy="876740"/>
              <a:chOff x="2667000" y="0"/>
              <a:chExt cx="6853238" cy="6856413"/>
            </a:xfrm>
            <a:solidFill>
              <a:schemeClr val="bg1"/>
            </a:solidFill>
          </p:grpSpPr>
          <p:sp>
            <p:nvSpPr>
              <p:cNvPr id="30" name="Freeform 19"/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667000" y="0"/>
                <a:ext cx="6853238" cy="6856413"/>
              </a:xfrm>
              <a:custGeom>
                <a:avLst/>
                <a:gdLst>
                  <a:gd name="T0" fmla="*/ 2795 w 3280"/>
                  <a:gd name="T1" fmla="*/ 1236 h 3281"/>
                  <a:gd name="T2" fmla="*/ 2918 w 3280"/>
                  <a:gd name="T3" fmla="*/ 839 h 3281"/>
                  <a:gd name="T4" fmla="*/ 2695 w 3280"/>
                  <a:gd name="T5" fmla="*/ 383 h 3281"/>
                  <a:gd name="T6" fmla="*/ 2172 w 3280"/>
                  <a:gd name="T7" fmla="*/ 535 h 3281"/>
                  <a:gd name="T8" fmla="*/ 1978 w 3280"/>
                  <a:gd name="T9" fmla="*/ 167 h 3281"/>
                  <a:gd name="T10" fmla="*/ 1499 w 3280"/>
                  <a:gd name="T11" fmla="*/ 2 h 3281"/>
                  <a:gd name="T12" fmla="*/ 1232 w 3280"/>
                  <a:gd name="T13" fmla="*/ 480 h 3281"/>
                  <a:gd name="T14" fmla="*/ 838 w 3280"/>
                  <a:gd name="T15" fmla="*/ 358 h 3281"/>
                  <a:gd name="T16" fmla="*/ 383 w 3280"/>
                  <a:gd name="T17" fmla="*/ 580 h 3281"/>
                  <a:gd name="T18" fmla="*/ 535 w 3280"/>
                  <a:gd name="T19" fmla="*/ 1104 h 3281"/>
                  <a:gd name="T20" fmla="*/ 167 w 3280"/>
                  <a:gd name="T21" fmla="*/ 1298 h 3281"/>
                  <a:gd name="T22" fmla="*/ 2 w 3280"/>
                  <a:gd name="T23" fmla="*/ 1780 h 3281"/>
                  <a:gd name="T24" fmla="*/ 480 w 3280"/>
                  <a:gd name="T25" fmla="*/ 2047 h 3281"/>
                  <a:gd name="T26" fmla="*/ 358 w 3280"/>
                  <a:gd name="T27" fmla="*/ 2444 h 3281"/>
                  <a:gd name="T28" fmla="*/ 579 w 3280"/>
                  <a:gd name="T29" fmla="*/ 2898 h 3281"/>
                  <a:gd name="T30" fmla="*/ 1102 w 3280"/>
                  <a:gd name="T31" fmla="*/ 2745 h 3281"/>
                  <a:gd name="T32" fmla="*/ 1297 w 3280"/>
                  <a:gd name="T33" fmla="*/ 3114 h 3281"/>
                  <a:gd name="T34" fmla="*/ 1779 w 3280"/>
                  <a:gd name="T35" fmla="*/ 3279 h 3281"/>
                  <a:gd name="T36" fmla="*/ 2047 w 3280"/>
                  <a:gd name="T37" fmla="*/ 2801 h 3281"/>
                  <a:gd name="T38" fmla="*/ 2444 w 3280"/>
                  <a:gd name="T39" fmla="*/ 2923 h 3281"/>
                  <a:gd name="T40" fmla="*/ 2898 w 3280"/>
                  <a:gd name="T41" fmla="*/ 2702 h 3281"/>
                  <a:gd name="T42" fmla="*/ 2745 w 3280"/>
                  <a:gd name="T43" fmla="*/ 2178 h 3281"/>
                  <a:gd name="T44" fmla="*/ 3113 w 3280"/>
                  <a:gd name="T45" fmla="*/ 1984 h 3281"/>
                  <a:gd name="T46" fmla="*/ 3278 w 3280"/>
                  <a:gd name="T47" fmla="*/ 1499 h 3281"/>
                  <a:gd name="T48" fmla="*/ 2755 w 3280"/>
                  <a:gd name="T49" fmla="*/ 1842 h 3281"/>
                  <a:gd name="T50" fmla="*/ 2557 w 3280"/>
                  <a:gd name="T51" fmla="*/ 2082 h 3281"/>
                  <a:gd name="T52" fmla="*/ 2748 w 3280"/>
                  <a:gd name="T53" fmla="*/ 2552 h 3281"/>
                  <a:gd name="T54" fmla="*/ 2287 w 3280"/>
                  <a:gd name="T55" fmla="*/ 2571 h 3281"/>
                  <a:gd name="T56" fmla="*/ 1972 w 3280"/>
                  <a:gd name="T57" fmla="*/ 2602 h 3281"/>
                  <a:gd name="T58" fmla="*/ 1777 w 3280"/>
                  <a:gd name="T59" fmla="*/ 3068 h 3281"/>
                  <a:gd name="T60" fmla="*/ 1434 w 3280"/>
                  <a:gd name="T61" fmla="*/ 2755 h 3281"/>
                  <a:gd name="T62" fmla="*/ 1193 w 3280"/>
                  <a:gd name="T63" fmla="*/ 2557 h 3281"/>
                  <a:gd name="T64" fmla="*/ 723 w 3280"/>
                  <a:gd name="T65" fmla="*/ 2750 h 3281"/>
                  <a:gd name="T66" fmla="*/ 706 w 3280"/>
                  <a:gd name="T67" fmla="*/ 2286 h 3281"/>
                  <a:gd name="T68" fmla="*/ 674 w 3280"/>
                  <a:gd name="T69" fmla="*/ 1971 h 3281"/>
                  <a:gd name="T70" fmla="*/ 207 w 3280"/>
                  <a:gd name="T71" fmla="*/ 1777 h 3281"/>
                  <a:gd name="T72" fmla="*/ 521 w 3280"/>
                  <a:gd name="T73" fmla="*/ 1434 h 3281"/>
                  <a:gd name="T74" fmla="*/ 718 w 3280"/>
                  <a:gd name="T75" fmla="*/ 1193 h 3281"/>
                  <a:gd name="T76" fmla="*/ 528 w 3280"/>
                  <a:gd name="T77" fmla="*/ 724 h 3281"/>
                  <a:gd name="T78" fmla="*/ 990 w 3280"/>
                  <a:gd name="T79" fmla="*/ 706 h 3281"/>
                  <a:gd name="T80" fmla="*/ 1304 w 3280"/>
                  <a:gd name="T81" fmla="*/ 674 h 3281"/>
                  <a:gd name="T82" fmla="*/ 1499 w 3280"/>
                  <a:gd name="T83" fmla="*/ 207 h 3281"/>
                  <a:gd name="T84" fmla="*/ 1842 w 3280"/>
                  <a:gd name="T85" fmla="*/ 521 h 3281"/>
                  <a:gd name="T86" fmla="*/ 2082 w 3280"/>
                  <a:gd name="T87" fmla="*/ 718 h 3281"/>
                  <a:gd name="T88" fmla="*/ 2552 w 3280"/>
                  <a:gd name="T89" fmla="*/ 526 h 3281"/>
                  <a:gd name="T90" fmla="*/ 2571 w 3280"/>
                  <a:gd name="T91" fmla="*/ 988 h 3281"/>
                  <a:gd name="T92" fmla="*/ 2602 w 3280"/>
                  <a:gd name="T93" fmla="*/ 1303 h 3281"/>
                  <a:gd name="T94" fmla="*/ 3068 w 3280"/>
                  <a:gd name="T95" fmla="*/ 1498 h 3281"/>
                  <a:gd name="T96" fmla="*/ 2755 w 3280"/>
                  <a:gd name="T97" fmla="*/ 1842 h 3281"/>
                  <a:gd name="T98" fmla="*/ 2755 w 3280"/>
                  <a:gd name="T99" fmla="*/ 1842 h 3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280" h="3281">
                    <a:moveTo>
                      <a:pt x="3108" y="1299"/>
                    </a:moveTo>
                    <a:cubicBezTo>
                      <a:pt x="2795" y="1236"/>
                      <a:pt x="2795" y="1236"/>
                      <a:pt x="2795" y="1236"/>
                    </a:cubicBezTo>
                    <a:cubicBezTo>
                      <a:pt x="2780" y="1191"/>
                      <a:pt x="2761" y="1147"/>
                      <a:pt x="2740" y="1105"/>
                    </a:cubicBezTo>
                    <a:cubicBezTo>
                      <a:pt x="2918" y="839"/>
                      <a:pt x="2918" y="839"/>
                      <a:pt x="2918" y="839"/>
                    </a:cubicBezTo>
                    <a:cubicBezTo>
                      <a:pt x="2972" y="758"/>
                      <a:pt x="2961" y="650"/>
                      <a:pt x="2893" y="581"/>
                    </a:cubicBezTo>
                    <a:cubicBezTo>
                      <a:pt x="2695" y="383"/>
                      <a:pt x="2695" y="383"/>
                      <a:pt x="2695" y="383"/>
                    </a:cubicBezTo>
                    <a:cubicBezTo>
                      <a:pt x="2627" y="315"/>
                      <a:pt x="2519" y="304"/>
                      <a:pt x="2438" y="358"/>
                    </a:cubicBezTo>
                    <a:cubicBezTo>
                      <a:pt x="2172" y="535"/>
                      <a:pt x="2172" y="535"/>
                      <a:pt x="2172" y="535"/>
                    </a:cubicBezTo>
                    <a:cubicBezTo>
                      <a:pt x="2129" y="515"/>
                      <a:pt x="2085" y="496"/>
                      <a:pt x="2040" y="480"/>
                    </a:cubicBezTo>
                    <a:cubicBezTo>
                      <a:pt x="1978" y="167"/>
                      <a:pt x="1978" y="167"/>
                      <a:pt x="1978" y="167"/>
                    </a:cubicBezTo>
                    <a:cubicBezTo>
                      <a:pt x="1959" y="70"/>
                      <a:pt x="1873" y="0"/>
                      <a:pt x="1774" y="2"/>
                    </a:cubicBezTo>
                    <a:cubicBezTo>
                      <a:pt x="1499" y="2"/>
                      <a:pt x="1499" y="2"/>
                      <a:pt x="1499" y="2"/>
                    </a:cubicBezTo>
                    <a:cubicBezTo>
                      <a:pt x="1400" y="0"/>
                      <a:pt x="1314" y="70"/>
                      <a:pt x="1295" y="167"/>
                    </a:cubicBezTo>
                    <a:cubicBezTo>
                      <a:pt x="1232" y="480"/>
                      <a:pt x="1232" y="480"/>
                      <a:pt x="1232" y="480"/>
                    </a:cubicBezTo>
                    <a:cubicBezTo>
                      <a:pt x="1187" y="496"/>
                      <a:pt x="1143" y="515"/>
                      <a:pt x="1100" y="535"/>
                    </a:cubicBezTo>
                    <a:cubicBezTo>
                      <a:pt x="838" y="358"/>
                      <a:pt x="838" y="358"/>
                      <a:pt x="838" y="358"/>
                    </a:cubicBezTo>
                    <a:cubicBezTo>
                      <a:pt x="757" y="304"/>
                      <a:pt x="649" y="315"/>
                      <a:pt x="580" y="383"/>
                    </a:cubicBezTo>
                    <a:cubicBezTo>
                      <a:pt x="383" y="580"/>
                      <a:pt x="383" y="580"/>
                      <a:pt x="383" y="580"/>
                    </a:cubicBezTo>
                    <a:cubicBezTo>
                      <a:pt x="314" y="649"/>
                      <a:pt x="304" y="757"/>
                      <a:pt x="358" y="838"/>
                    </a:cubicBezTo>
                    <a:cubicBezTo>
                      <a:pt x="535" y="1104"/>
                      <a:pt x="535" y="1104"/>
                      <a:pt x="535" y="1104"/>
                    </a:cubicBezTo>
                    <a:cubicBezTo>
                      <a:pt x="514" y="1146"/>
                      <a:pt x="496" y="1190"/>
                      <a:pt x="480" y="1235"/>
                    </a:cubicBezTo>
                    <a:cubicBezTo>
                      <a:pt x="167" y="1298"/>
                      <a:pt x="167" y="1298"/>
                      <a:pt x="167" y="1298"/>
                    </a:cubicBezTo>
                    <a:cubicBezTo>
                      <a:pt x="69" y="1317"/>
                      <a:pt x="0" y="1403"/>
                      <a:pt x="2" y="1502"/>
                    </a:cubicBezTo>
                    <a:cubicBezTo>
                      <a:pt x="2" y="1780"/>
                      <a:pt x="2" y="1780"/>
                      <a:pt x="2" y="1780"/>
                    </a:cubicBezTo>
                    <a:cubicBezTo>
                      <a:pt x="0" y="1879"/>
                      <a:pt x="69" y="1965"/>
                      <a:pt x="167" y="1984"/>
                    </a:cubicBezTo>
                    <a:cubicBezTo>
                      <a:pt x="480" y="2047"/>
                      <a:pt x="480" y="2047"/>
                      <a:pt x="480" y="2047"/>
                    </a:cubicBezTo>
                    <a:cubicBezTo>
                      <a:pt x="496" y="2092"/>
                      <a:pt x="514" y="2136"/>
                      <a:pt x="535" y="2178"/>
                    </a:cubicBezTo>
                    <a:cubicBezTo>
                      <a:pt x="358" y="2444"/>
                      <a:pt x="358" y="2444"/>
                      <a:pt x="358" y="2444"/>
                    </a:cubicBezTo>
                    <a:cubicBezTo>
                      <a:pt x="304" y="2525"/>
                      <a:pt x="314" y="2633"/>
                      <a:pt x="383" y="2702"/>
                    </a:cubicBezTo>
                    <a:cubicBezTo>
                      <a:pt x="579" y="2898"/>
                      <a:pt x="579" y="2898"/>
                      <a:pt x="579" y="2898"/>
                    </a:cubicBezTo>
                    <a:cubicBezTo>
                      <a:pt x="648" y="2966"/>
                      <a:pt x="756" y="2977"/>
                      <a:pt x="837" y="2923"/>
                    </a:cubicBezTo>
                    <a:cubicBezTo>
                      <a:pt x="1102" y="2745"/>
                      <a:pt x="1102" y="2745"/>
                      <a:pt x="1102" y="2745"/>
                    </a:cubicBezTo>
                    <a:cubicBezTo>
                      <a:pt x="1145" y="2766"/>
                      <a:pt x="1189" y="2785"/>
                      <a:pt x="1234" y="2801"/>
                    </a:cubicBezTo>
                    <a:cubicBezTo>
                      <a:pt x="1297" y="3114"/>
                      <a:pt x="1297" y="3114"/>
                      <a:pt x="1297" y="3114"/>
                    </a:cubicBezTo>
                    <a:cubicBezTo>
                      <a:pt x="1316" y="3211"/>
                      <a:pt x="1402" y="3281"/>
                      <a:pt x="1501" y="3279"/>
                    </a:cubicBezTo>
                    <a:cubicBezTo>
                      <a:pt x="1779" y="3279"/>
                      <a:pt x="1779" y="3279"/>
                      <a:pt x="1779" y="3279"/>
                    </a:cubicBezTo>
                    <a:cubicBezTo>
                      <a:pt x="1878" y="3281"/>
                      <a:pt x="1964" y="3211"/>
                      <a:pt x="1983" y="3114"/>
                    </a:cubicBezTo>
                    <a:cubicBezTo>
                      <a:pt x="2047" y="2801"/>
                      <a:pt x="2047" y="2801"/>
                      <a:pt x="2047" y="2801"/>
                    </a:cubicBezTo>
                    <a:cubicBezTo>
                      <a:pt x="2092" y="2785"/>
                      <a:pt x="2136" y="2766"/>
                      <a:pt x="2178" y="2745"/>
                    </a:cubicBezTo>
                    <a:cubicBezTo>
                      <a:pt x="2444" y="2923"/>
                      <a:pt x="2444" y="2923"/>
                      <a:pt x="2444" y="2923"/>
                    </a:cubicBezTo>
                    <a:cubicBezTo>
                      <a:pt x="2525" y="2977"/>
                      <a:pt x="2633" y="2966"/>
                      <a:pt x="2701" y="2898"/>
                    </a:cubicBezTo>
                    <a:cubicBezTo>
                      <a:pt x="2898" y="2702"/>
                      <a:pt x="2898" y="2702"/>
                      <a:pt x="2898" y="2702"/>
                    </a:cubicBezTo>
                    <a:cubicBezTo>
                      <a:pt x="2966" y="2633"/>
                      <a:pt x="2977" y="2525"/>
                      <a:pt x="2923" y="2444"/>
                    </a:cubicBezTo>
                    <a:cubicBezTo>
                      <a:pt x="2745" y="2178"/>
                      <a:pt x="2745" y="2178"/>
                      <a:pt x="2745" y="2178"/>
                    </a:cubicBezTo>
                    <a:cubicBezTo>
                      <a:pt x="2766" y="2136"/>
                      <a:pt x="2785" y="2092"/>
                      <a:pt x="2801" y="2047"/>
                    </a:cubicBezTo>
                    <a:cubicBezTo>
                      <a:pt x="3113" y="1984"/>
                      <a:pt x="3113" y="1984"/>
                      <a:pt x="3113" y="1984"/>
                    </a:cubicBezTo>
                    <a:cubicBezTo>
                      <a:pt x="3210" y="1965"/>
                      <a:pt x="3280" y="1879"/>
                      <a:pt x="3278" y="1780"/>
                    </a:cubicBezTo>
                    <a:cubicBezTo>
                      <a:pt x="3278" y="1499"/>
                      <a:pt x="3278" y="1499"/>
                      <a:pt x="3278" y="1499"/>
                    </a:cubicBezTo>
                    <a:cubicBezTo>
                      <a:pt x="3277" y="1400"/>
                      <a:pt x="3206" y="1316"/>
                      <a:pt x="3108" y="1299"/>
                    </a:cubicBezTo>
                    <a:close/>
                    <a:moveTo>
                      <a:pt x="2755" y="1842"/>
                    </a:moveTo>
                    <a:cubicBezTo>
                      <a:pt x="2684" y="1856"/>
                      <a:pt x="2625" y="1907"/>
                      <a:pt x="2601" y="1975"/>
                    </a:cubicBezTo>
                    <a:cubicBezTo>
                      <a:pt x="2589" y="2012"/>
                      <a:pt x="2574" y="2047"/>
                      <a:pt x="2557" y="2082"/>
                    </a:cubicBezTo>
                    <a:cubicBezTo>
                      <a:pt x="2525" y="2148"/>
                      <a:pt x="2530" y="2226"/>
                      <a:pt x="2571" y="2287"/>
                    </a:cubicBezTo>
                    <a:cubicBezTo>
                      <a:pt x="2748" y="2552"/>
                      <a:pt x="2748" y="2552"/>
                      <a:pt x="2748" y="2552"/>
                    </a:cubicBezTo>
                    <a:cubicBezTo>
                      <a:pt x="2552" y="2749"/>
                      <a:pt x="2552" y="2749"/>
                      <a:pt x="2552" y="2749"/>
                    </a:cubicBezTo>
                    <a:cubicBezTo>
                      <a:pt x="2287" y="2571"/>
                      <a:pt x="2287" y="2571"/>
                      <a:pt x="2287" y="2571"/>
                    </a:cubicBezTo>
                    <a:cubicBezTo>
                      <a:pt x="2226" y="2530"/>
                      <a:pt x="2148" y="2524"/>
                      <a:pt x="2082" y="2556"/>
                    </a:cubicBezTo>
                    <a:cubicBezTo>
                      <a:pt x="2046" y="2574"/>
                      <a:pt x="2010" y="2589"/>
                      <a:pt x="1972" y="2602"/>
                    </a:cubicBezTo>
                    <a:cubicBezTo>
                      <a:pt x="1904" y="2626"/>
                      <a:pt x="1853" y="2685"/>
                      <a:pt x="1839" y="2756"/>
                    </a:cubicBezTo>
                    <a:cubicBezTo>
                      <a:pt x="1777" y="3068"/>
                      <a:pt x="1777" y="3068"/>
                      <a:pt x="1777" y="3068"/>
                    </a:cubicBezTo>
                    <a:cubicBezTo>
                      <a:pt x="1499" y="3068"/>
                      <a:pt x="1499" y="3068"/>
                      <a:pt x="1499" y="3068"/>
                    </a:cubicBezTo>
                    <a:cubicBezTo>
                      <a:pt x="1434" y="2755"/>
                      <a:pt x="1434" y="2755"/>
                      <a:pt x="1434" y="2755"/>
                    </a:cubicBezTo>
                    <a:cubicBezTo>
                      <a:pt x="1419" y="2684"/>
                      <a:pt x="1369" y="2625"/>
                      <a:pt x="1301" y="2601"/>
                    </a:cubicBezTo>
                    <a:cubicBezTo>
                      <a:pt x="1264" y="2589"/>
                      <a:pt x="1228" y="2574"/>
                      <a:pt x="1193" y="2557"/>
                    </a:cubicBezTo>
                    <a:cubicBezTo>
                      <a:pt x="1128" y="2525"/>
                      <a:pt x="1050" y="2531"/>
                      <a:pt x="989" y="2572"/>
                    </a:cubicBezTo>
                    <a:cubicBezTo>
                      <a:pt x="723" y="2750"/>
                      <a:pt x="723" y="2750"/>
                      <a:pt x="723" y="2750"/>
                    </a:cubicBezTo>
                    <a:cubicBezTo>
                      <a:pt x="528" y="2551"/>
                      <a:pt x="528" y="2551"/>
                      <a:pt x="528" y="2551"/>
                    </a:cubicBezTo>
                    <a:cubicBezTo>
                      <a:pt x="706" y="2286"/>
                      <a:pt x="706" y="2286"/>
                      <a:pt x="706" y="2286"/>
                    </a:cubicBezTo>
                    <a:cubicBezTo>
                      <a:pt x="747" y="2225"/>
                      <a:pt x="753" y="2147"/>
                      <a:pt x="720" y="2081"/>
                    </a:cubicBezTo>
                    <a:cubicBezTo>
                      <a:pt x="703" y="2045"/>
                      <a:pt x="688" y="2009"/>
                      <a:pt x="674" y="1971"/>
                    </a:cubicBezTo>
                    <a:cubicBezTo>
                      <a:pt x="649" y="1904"/>
                      <a:pt x="591" y="1856"/>
                      <a:pt x="521" y="1842"/>
                    </a:cubicBezTo>
                    <a:cubicBezTo>
                      <a:pt x="207" y="1777"/>
                      <a:pt x="207" y="1777"/>
                      <a:pt x="207" y="1777"/>
                    </a:cubicBezTo>
                    <a:cubicBezTo>
                      <a:pt x="207" y="1499"/>
                      <a:pt x="207" y="1499"/>
                      <a:pt x="207" y="1499"/>
                    </a:cubicBezTo>
                    <a:cubicBezTo>
                      <a:pt x="521" y="1434"/>
                      <a:pt x="521" y="1434"/>
                      <a:pt x="521" y="1434"/>
                    </a:cubicBezTo>
                    <a:cubicBezTo>
                      <a:pt x="592" y="1420"/>
                      <a:pt x="650" y="1369"/>
                      <a:pt x="674" y="1301"/>
                    </a:cubicBezTo>
                    <a:cubicBezTo>
                      <a:pt x="687" y="1264"/>
                      <a:pt x="702" y="1228"/>
                      <a:pt x="718" y="1193"/>
                    </a:cubicBezTo>
                    <a:cubicBezTo>
                      <a:pt x="750" y="1128"/>
                      <a:pt x="745" y="1050"/>
                      <a:pt x="704" y="989"/>
                    </a:cubicBezTo>
                    <a:cubicBezTo>
                      <a:pt x="528" y="724"/>
                      <a:pt x="528" y="724"/>
                      <a:pt x="528" y="724"/>
                    </a:cubicBezTo>
                    <a:cubicBezTo>
                      <a:pt x="724" y="528"/>
                      <a:pt x="724" y="528"/>
                      <a:pt x="724" y="528"/>
                    </a:cubicBezTo>
                    <a:cubicBezTo>
                      <a:pt x="990" y="706"/>
                      <a:pt x="990" y="706"/>
                      <a:pt x="990" y="706"/>
                    </a:cubicBezTo>
                    <a:cubicBezTo>
                      <a:pt x="1051" y="747"/>
                      <a:pt x="1129" y="753"/>
                      <a:pt x="1194" y="720"/>
                    </a:cubicBezTo>
                    <a:cubicBezTo>
                      <a:pt x="1230" y="703"/>
                      <a:pt x="1266" y="688"/>
                      <a:pt x="1304" y="674"/>
                    </a:cubicBezTo>
                    <a:cubicBezTo>
                      <a:pt x="1371" y="650"/>
                      <a:pt x="1420" y="591"/>
                      <a:pt x="1434" y="521"/>
                    </a:cubicBezTo>
                    <a:cubicBezTo>
                      <a:pt x="1499" y="207"/>
                      <a:pt x="1499" y="207"/>
                      <a:pt x="1499" y="207"/>
                    </a:cubicBezTo>
                    <a:cubicBezTo>
                      <a:pt x="1777" y="207"/>
                      <a:pt x="1777" y="207"/>
                      <a:pt x="1777" y="207"/>
                    </a:cubicBezTo>
                    <a:cubicBezTo>
                      <a:pt x="1842" y="521"/>
                      <a:pt x="1842" y="521"/>
                      <a:pt x="1842" y="521"/>
                    </a:cubicBezTo>
                    <a:cubicBezTo>
                      <a:pt x="1856" y="592"/>
                      <a:pt x="1907" y="650"/>
                      <a:pt x="1975" y="674"/>
                    </a:cubicBezTo>
                    <a:cubicBezTo>
                      <a:pt x="2012" y="687"/>
                      <a:pt x="2047" y="702"/>
                      <a:pt x="2082" y="718"/>
                    </a:cubicBezTo>
                    <a:cubicBezTo>
                      <a:pt x="2148" y="751"/>
                      <a:pt x="2226" y="745"/>
                      <a:pt x="2287" y="704"/>
                    </a:cubicBezTo>
                    <a:cubicBezTo>
                      <a:pt x="2552" y="526"/>
                      <a:pt x="2552" y="526"/>
                      <a:pt x="2552" y="526"/>
                    </a:cubicBezTo>
                    <a:cubicBezTo>
                      <a:pt x="2748" y="722"/>
                      <a:pt x="2748" y="722"/>
                      <a:pt x="2748" y="722"/>
                    </a:cubicBezTo>
                    <a:cubicBezTo>
                      <a:pt x="2571" y="988"/>
                      <a:pt x="2571" y="988"/>
                      <a:pt x="2571" y="988"/>
                    </a:cubicBezTo>
                    <a:cubicBezTo>
                      <a:pt x="2530" y="1049"/>
                      <a:pt x="2524" y="1127"/>
                      <a:pt x="2556" y="1192"/>
                    </a:cubicBezTo>
                    <a:cubicBezTo>
                      <a:pt x="2574" y="1228"/>
                      <a:pt x="2589" y="1265"/>
                      <a:pt x="2602" y="1303"/>
                    </a:cubicBezTo>
                    <a:cubicBezTo>
                      <a:pt x="2626" y="1371"/>
                      <a:pt x="2685" y="1422"/>
                      <a:pt x="2756" y="1436"/>
                    </a:cubicBezTo>
                    <a:cubicBezTo>
                      <a:pt x="3068" y="1498"/>
                      <a:pt x="3068" y="1498"/>
                      <a:pt x="3068" y="1498"/>
                    </a:cubicBezTo>
                    <a:cubicBezTo>
                      <a:pt x="3068" y="1776"/>
                      <a:pt x="3068" y="1776"/>
                      <a:pt x="3068" y="1776"/>
                    </a:cubicBezTo>
                    <a:lnTo>
                      <a:pt x="2755" y="1842"/>
                    </a:lnTo>
                    <a:close/>
                    <a:moveTo>
                      <a:pt x="2755" y="1842"/>
                    </a:moveTo>
                    <a:cubicBezTo>
                      <a:pt x="2755" y="1842"/>
                      <a:pt x="2755" y="1842"/>
                      <a:pt x="2755" y="184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Freeform 20"/>
              <p:cNvSpPr>
                <a:spLocks noEditPoint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595813" y="1928813"/>
                <a:ext cx="2987675" cy="2987675"/>
              </a:xfrm>
              <a:custGeom>
                <a:avLst/>
                <a:gdLst>
                  <a:gd name="T0" fmla="*/ 715 w 1430"/>
                  <a:gd name="T1" fmla="*/ 0 h 1430"/>
                  <a:gd name="T2" fmla="*/ 0 w 1430"/>
                  <a:gd name="T3" fmla="*/ 715 h 1430"/>
                  <a:gd name="T4" fmla="*/ 715 w 1430"/>
                  <a:gd name="T5" fmla="*/ 1430 h 1430"/>
                  <a:gd name="T6" fmla="*/ 1430 w 1430"/>
                  <a:gd name="T7" fmla="*/ 715 h 1430"/>
                  <a:gd name="T8" fmla="*/ 1221 w 1430"/>
                  <a:gd name="T9" fmla="*/ 209 h 1430"/>
                  <a:gd name="T10" fmla="*/ 715 w 1430"/>
                  <a:gd name="T11" fmla="*/ 0 h 1430"/>
                  <a:gd name="T12" fmla="*/ 715 w 1430"/>
                  <a:gd name="T13" fmla="*/ 1341 h 1430"/>
                  <a:gd name="T14" fmla="*/ 89 w 1430"/>
                  <a:gd name="T15" fmla="*/ 715 h 1430"/>
                  <a:gd name="T16" fmla="*/ 715 w 1430"/>
                  <a:gd name="T17" fmla="*/ 89 h 1430"/>
                  <a:gd name="T18" fmla="*/ 1341 w 1430"/>
                  <a:gd name="T19" fmla="*/ 715 h 1430"/>
                  <a:gd name="T20" fmla="*/ 715 w 1430"/>
                  <a:gd name="T21" fmla="*/ 1341 h 1430"/>
                  <a:gd name="T22" fmla="*/ 715 w 1430"/>
                  <a:gd name="T23" fmla="*/ 1341 h 1430"/>
                  <a:gd name="T24" fmla="*/ 715 w 1430"/>
                  <a:gd name="T25" fmla="*/ 1341 h 1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30" h="1430">
                    <a:moveTo>
                      <a:pt x="715" y="0"/>
                    </a:moveTo>
                    <a:cubicBezTo>
                      <a:pt x="320" y="0"/>
                      <a:pt x="0" y="320"/>
                      <a:pt x="0" y="715"/>
                    </a:cubicBezTo>
                    <a:cubicBezTo>
                      <a:pt x="0" y="1110"/>
                      <a:pt x="320" y="1430"/>
                      <a:pt x="715" y="1430"/>
                    </a:cubicBezTo>
                    <a:cubicBezTo>
                      <a:pt x="1110" y="1430"/>
                      <a:pt x="1430" y="1110"/>
                      <a:pt x="1430" y="715"/>
                    </a:cubicBezTo>
                    <a:cubicBezTo>
                      <a:pt x="1430" y="525"/>
                      <a:pt x="1355" y="343"/>
                      <a:pt x="1221" y="209"/>
                    </a:cubicBezTo>
                    <a:cubicBezTo>
                      <a:pt x="1086" y="75"/>
                      <a:pt x="905" y="0"/>
                      <a:pt x="715" y="0"/>
                    </a:cubicBezTo>
                    <a:close/>
                    <a:moveTo>
                      <a:pt x="715" y="1341"/>
                    </a:moveTo>
                    <a:cubicBezTo>
                      <a:pt x="369" y="1341"/>
                      <a:pt x="89" y="1061"/>
                      <a:pt x="89" y="715"/>
                    </a:cubicBezTo>
                    <a:cubicBezTo>
                      <a:pt x="89" y="369"/>
                      <a:pt x="369" y="89"/>
                      <a:pt x="715" y="89"/>
                    </a:cubicBezTo>
                    <a:cubicBezTo>
                      <a:pt x="1061" y="89"/>
                      <a:pt x="1341" y="369"/>
                      <a:pt x="1341" y="715"/>
                    </a:cubicBezTo>
                    <a:cubicBezTo>
                      <a:pt x="1341" y="1061"/>
                      <a:pt x="1061" y="1341"/>
                      <a:pt x="715" y="1341"/>
                    </a:cubicBezTo>
                    <a:close/>
                    <a:moveTo>
                      <a:pt x="715" y="1341"/>
                    </a:moveTo>
                    <a:cubicBezTo>
                      <a:pt x="715" y="1341"/>
                      <a:pt x="715" y="1341"/>
                      <a:pt x="715" y="134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21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5235575" y="2568575"/>
                <a:ext cx="1708150" cy="1709738"/>
              </a:xfrm>
              <a:custGeom>
                <a:avLst/>
                <a:gdLst>
                  <a:gd name="T0" fmla="*/ 409 w 818"/>
                  <a:gd name="T1" fmla="*/ 0 h 818"/>
                  <a:gd name="T2" fmla="*/ 0 w 818"/>
                  <a:gd name="T3" fmla="*/ 409 h 818"/>
                  <a:gd name="T4" fmla="*/ 409 w 818"/>
                  <a:gd name="T5" fmla="*/ 818 h 818"/>
                  <a:gd name="T6" fmla="*/ 818 w 818"/>
                  <a:gd name="T7" fmla="*/ 409 h 818"/>
                  <a:gd name="T8" fmla="*/ 698 w 818"/>
                  <a:gd name="T9" fmla="*/ 120 h 818"/>
                  <a:gd name="T10" fmla="*/ 409 w 818"/>
                  <a:gd name="T11" fmla="*/ 0 h 818"/>
                  <a:gd name="T12" fmla="*/ 409 w 818"/>
                  <a:gd name="T13" fmla="*/ 715 h 818"/>
                  <a:gd name="T14" fmla="*/ 102 w 818"/>
                  <a:gd name="T15" fmla="*/ 409 h 818"/>
                  <a:gd name="T16" fmla="*/ 409 w 818"/>
                  <a:gd name="T17" fmla="*/ 102 h 818"/>
                  <a:gd name="T18" fmla="*/ 715 w 818"/>
                  <a:gd name="T19" fmla="*/ 409 h 818"/>
                  <a:gd name="T20" fmla="*/ 626 w 818"/>
                  <a:gd name="T21" fmla="*/ 626 h 818"/>
                  <a:gd name="T22" fmla="*/ 409 w 818"/>
                  <a:gd name="T23" fmla="*/ 715 h 818"/>
                  <a:gd name="T24" fmla="*/ 409 w 818"/>
                  <a:gd name="T25" fmla="*/ 715 h 818"/>
                  <a:gd name="T26" fmla="*/ 409 w 818"/>
                  <a:gd name="T27" fmla="*/ 715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18" h="818">
                    <a:moveTo>
                      <a:pt x="409" y="0"/>
                    </a:moveTo>
                    <a:cubicBezTo>
                      <a:pt x="183" y="0"/>
                      <a:pt x="0" y="183"/>
                      <a:pt x="0" y="409"/>
                    </a:cubicBezTo>
                    <a:cubicBezTo>
                      <a:pt x="0" y="635"/>
                      <a:pt x="183" y="818"/>
                      <a:pt x="409" y="818"/>
                    </a:cubicBezTo>
                    <a:cubicBezTo>
                      <a:pt x="635" y="818"/>
                      <a:pt x="818" y="635"/>
                      <a:pt x="818" y="409"/>
                    </a:cubicBezTo>
                    <a:cubicBezTo>
                      <a:pt x="818" y="301"/>
                      <a:pt x="774" y="197"/>
                      <a:pt x="698" y="120"/>
                    </a:cubicBezTo>
                    <a:cubicBezTo>
                      <a:pt x="621" y="43"/>
                      <a:pt x="517" y="0"/>
                      <a:pt x="409" y="0"/>
                    </a:cubicBezTo>
                    <a:close/>
                    <a:moveTo>
                      <a:pt x="409" y="715"/>
                    </a:moveTo>
                    <a:cubicBezTo>
                      <a:pt x="240" y="715"/>
                      <a:pt x="102" y="578"/>
                      <a:pt x="102" y="409"/>
                    </a:cubicBezTo>
                    <a:cubicBezTo>
                      <a:pt x="102" y="240"/>
                      <a:pt x="240" y="102"/>
                      <a:pt x="409" y="102"/>
                    </a:cubicBezTo>
                    <a:cubicBezTo>
                      <a:pt x="578" y="102"/>
                      <a:pt x="715" y="240"/>
                      <a:pt x="715" y="409"/>
                    </a:cubicBezTo>
                    <a:cubicBezTo>
                      <a:pt x="715" y="490"/>
                      <a:pt x="683" y="568"/>
                      <a:pt x="626" y="626"/>
                    </a:cubicBezTo>
                    <a:cubicBezTo>
                      <a:pt x="568" y="683"/>
                      <a:pt x="490" y="715"/>
                      <a:pt x="409" y="715"/>
                    </a:cubicBezTo>
                    <a:close/>
                    <a:moveTo>
                      <a:pt x="409" y="715"/>
                    </a:moveTo>
                    <a:cubicBezTo>
                      <a:pt x="409" y="715"/>
                      <a:pt x="409" y="715"/>
                      <a:pt x="409" y="71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4" name="椭圆 33"/>
            <p:cNvSpPr/>
            <p:nvPr>
              <p:custDataLst>
                <p:tags r:id="rId13"/>
              </p:custDataLst>
            </p:nvPr>
          </p:nvSpPr>
          <p:spPr>
            <a:xfrm>
              <a:off x="1439019" y="4724409"/>
              <a:ext cx="2016432" cy="2016432"/>
            </a:xfrm>
            <a:prstGeom prst="ellipse">
              <a:avLst/>
            </a:prstGeom>
            <a:noFill/>
            <a:ln w="19050">
              <a:solidFill>
                <a:srgbClr val="3143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1141150" y="2349560"/>
            <a:ext cx="2314086" cy="861413"/>
          </a:xfrm>
          <a:prstGeom prst="rect">
            <a:avLst/>
          </a:prstGeom>
          <a:solidFill>
            <a:srgbClr val="314371"/>
          </a:solidFill>
          <a:ln w="38100">
            <a:solidFill>
              <a:srgbClr val="31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742903" y="2349560"/>
            <a:ext cx="2314086" cy="861413"/>
          </a:xfrm>
          <a:prstGeom prst="rect">
            <a:avLst/>
          </a:prstGeom>
          <a:solidFill>
            <a:srgbClr val="314371"/>
          </a:solidFill>
          <a:ln w="38100">
            <a:solidFill>
              <a:srgbClr val="31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671152" y="1909613"/>
            <a:ext cx="2855794" cy="1058053"/>
          </a:xfrm>
          <a:prstGeom prst="rect">
            <a:avLst/>
          </a:prstGeom>
          <a:solidFill>
            <a:srgbClr val="314371"/>
          </a:solidFill>
          <a:ln w="38100">
            <a:solidFill>
              <a:srgbClr val="31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Freeform 6"/>
          <p:cNvSpPr>
            <a:spLocks noEditPoints="1"/>
          </p:cNvSpPr>
          <p:nvPr/>
        </p:nvSpPr>
        <p:spPr bwMode="auto">
          <a:xfrm>
            <a:off x="10604618" y="404450"/>
            <a:ext cx="452371" cy="355266"/>
          </a:xfrm>
          <a:custGeom>
            <a:avLst/>
            <a:gdLst>
              <a:gd name="T0" fmla="*/ 765 w 4202"/>
              <a:gd name="T1" fmla="*/ 1869 h 3300"/>
              <a:gd name="T2" fmla="*/ 2101 w 4202"/>
              <a:gd name="T3" fmla="*/ 2566 h 3300"/>
              <a:gd name="T4" fmla="*/ 3435 w 4202"/>
              <a:gd name="T5" fmla="*/ 1869 h 3300"/>
              <a:gd name="T6" fmla="*/ 3435 w 4202"/>
              <a:gd name="T7" fmla="*/ 2604 h 3300"/>
              <a:gd name="T8" fmla="*/ 2100 w 4202"/>
              <a:gd name="T9" fmla="*/ 3300 h 3300"/>
              <a:gd name="T10" fmla="*/ 765 w 4202"/>
              <a:gd name="T11" fmla="*/ 2604 h 3300"/>
              <a:gd name="T12" fmla="*/ 765 w 4202"/>
              <a:gd name="T13" fmla="*/ 1869 h 3300"/>
              <a:gd name="T14" fmla="*/ 2101 w 4202"/>
              <a:gd name="T15" fmla="*/ 0 h 3300"/>
              <a:gd name="T16" fmla="*/ 4202 w 4202"/>
              <a:gd name="T17" fmla="*/ 1099 h 3300"/>
              <a:gd name="T18" fmla="*/ 4202 w 4202"/>
              <a:gd name="T19" fmla="*/ 2566 h 3300"/>
              <a:gd name="T20" fmla="*/ 3819 w 4202"/>
              <a:gd name="T21" fmla="*/ 2566 h 3300"/>
              <a:gd name="T22" fmla="*/ 3819 w 4202"/>
              <a:gd name="T23" fmla="*/ 1299 h 3300"/>
              <a:gd name="T24" fmla="*/ 2101 w 4202"/>
              <a:gd name="T25" fmla="*/ 2197 h 3300"/>
              <a:gd name="T26" fmla="*/ 0 w 4202"/>
              <a:gd name="T27" fmla="*/ 1099 h 3300"/>
              <a:gd name="T28" fmla="*/ 2101 w 4202"/>
              <a:gd name="T29" fmla="*/ 0 h 3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202" h="3300">
                <a:moveTo>
                  <a:pt x="765" y="1869"/>
                </a:moveTo>
                <a:lnTo>
                  <a:pt x="2101" y="2566"/>
                </a:lnTo>
                <a:lnTo>
                  <a:pt x="3435" y="1869"/>
                </a:lnTo>
                <a:lnTo>
                  <a:pt x="3435" y="2604"/>
                </a:lnTo>
                <a:lnTo>
                  <a:pt x="2100" y="3300"/>
                </a:lnTo>
                <a:lnTo>
                  <a:pt x="765" y="2604"/>
                </a:lnTo>
                <a:lnTo>
                  <a:pt x="765" y="1869"/>
                </a:lnTo>
                <a:close/>
                <a:moveTo>
                  <a:pt x="2101" y="0"/>
                </a:moveTo>
                <a:lnTo>
                  <a:pt x="4202" y="1099"/>
                </a:lnTo>
                <a:lnTo>
                  <a:pt x="4202" y="2566"/>
                </a:lnTo>
                <a:lnTo>
                  <a:pt x="3819" y="2566"/>
                </a:lnTo>
                <a:lnTo>
                  <a:pt x="3819" y="1299"/>
                </a:lnTo>
                <a:lnTo>
                  <a:pt x="2101" y="2197"/>
                </a:lnTo>
                <a:lnTo>
                  <a:pt x="0" y="1099"/>
                </a:lnTo>
                <a:lnTo>
                  <a:pt x="2101" y="0"/>
                </a:lnTo>
                <a:close/>
              </a:path>
            </a:pathLst>
          </a:custGeom>
          <a:solidFill>
            <a:srgbClr val="31437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40653" y="2223336"/>
            <a:ext cx="2515080" cy="3881226"/>
          </a:xfrm>
          <a:prstGeom prst="rect">
            <a:avLst/>
          </a:prstGeom>
          <a:noFill/>
          <a:ln w="38100">
            <a:solidFill>
              <a:srgbClr val="31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159998" y="3436875"/>
            <a:ext cx="2295439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314371"/>
                </a:solidFill>
                <a:cs typeface="+mn-ea"/>
                <a:sym typeface="+mn-lt"/>
              </a:rPr>
              <a:t>提升专业技能</a:t>
            </a:r>
            <a:endParaRPr lang="zh-CN" altLang="en-US" sz="2600" b="1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14604" y="3927906"/>
            <a:ext cx="21671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spc="40">
                <a:solidFill>
                  <a:srgbClr val="314371"/>
                </a:solidFill>
                <a:cs typeface="+mn-ea"/>
                <a:sym typeface="+mn-lt"/>
              </a:rPr>
              <a:t>通过参与实际项目开发，成员们能够将课堂所学知识运用到实践中，深入掌握Web开发的各个环节，如前端设计、后端编程、数据库管理等，从而全面提升自身的专业技能。</a:t>
            </a:r>
            <a:endParaRPr lang="en-US" altLang="zh-CN" sz="1200" spc="40">
              <a:solidFill>
                <a:srgbClr val="314371"/>
              </a:solidFill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945446" y="2510957"/>
            <a:ext cx="578882" cy="577610"/>
            <a:chOff x="3721100" y="-804863"/>
            <a:chExt cx="722313" cy="720725"/>
          </a:xfrm>
          <a:solidFill>
            <a:schemeClr val="bg1"/>
          </a:solidFill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60825" y="-466726"/>
              <a:ext cx="241300" cy="174625"/>
            </a:xfrm>
            <a:custGeom>
              <a:avLst/>
              <a:gdLst>
                <a:gd name="T0" fmla="*/ 961 w 1104"/>
                <a:gd name="T1" fmla="*/ 565 h 792"/>
                <a:gd name="T2" fmla="*/ 121 w 1104"/>
                <a:gd name="T3" fmla="*/ 565 h 792"/>
                <a:gd name="T4" fmla="*/ 21 w 1104"/>
                <a:gd name="T5" fmla="*/ 621 h 792"/>
                <a:gd name="T6" fmla="*/ 21 w 1104"/>
                <a:gd name="T7" fmla="*/ 736 h 792"/>
                <a:gd name="T8" fmla="*/ 121 w 1104"/>
                <a:gd name="T9" fmla="*/ 792 h 792"/>
                <a:gd name="T10" fmla="*/ 961 w 1104"/>
                <a:gd name="T11" fmla="*/ 792 h 792"/>
                <a:gd name="T12" fmla="*/ 1061 w 1104"/>
                <a:gd name="T13" fmla="*/ 736 h 792"/>
                <a:gd name="T14" fmla="*/ 1061 w 1104"/>
                <a:gd name="T15" fmla="*/ 621 h 792"/>
                <a:gd name="T16" fmla="*/ 961 w 1104"/>
                <a:gd name="T17" fmla="*/ 565 h 792"/>
                <a:gd name="T18" fmla="*/ 984 w 1104"/>
                <a:gd name="T19" fmla="*/ 1 h 792"/>
                <a:gd name="T20" fmla="*/ 314 w 1104"/>
                <a:gd name="T21" fmla="*/ 1 h 792"/>
                <a:gd name="T22" fmla="*/ 214 w 1104"/>
                <a:gd name="T23" fmla="*/ 57 h 792"/>
                <a:gd name="T24" fmla="*/ 214 w 1104"/>
                <a:gd name="T25" fmla="*/ 171 h 792"/>
                <a:gd name="T26" fmla="*/ 314 w 1104"/>
                <a:gd name="T27" fmla="*/ 227 h 792"/>
                <a:gd name="T28" fmla="*/ 984 w 1104"/>
                <a:gd name="T29" fmla="*/ 227 h 792"/>
                <a:gd name="T30" fmla="*/ 1084 w 1104"/>
                <a:gd name="T31" fmla="*/ 171 h 792"/>
                <a:gd name="T32" fmla="*/ 1084 w 1104"/>
                <a:gd name="T33" fmla="*/ 57 h 792"/>
                <a:gd name="T34" fmla="*/ 984 w 1104"/>
                <a:gd name="T35" fmla="*/ 1 h 792"/>
                <a:gd name="T36" fmla="*/ 984 w 1104"/>
                <a:gd name="T37" fmla="*/ 1 h 792"/>
                <a:gd name="T38" fmla="*/ 984 w 1104"/>
                <a:gd name="T39" fmla="*/ 1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4" h="792">
                  <a:moveTo>
                    <a:pt x="961" y="565"/>
                  </a:moveTo>
                  <a:cubicBezTo>
                    <a:pt x="121" y="565"/>
                    <a:pt x="121" y="565"/>
                    <a:pt x="121" y="565"/>
                  </a:cubicBezTo>
                  <a:cubicBezTo>
                    <a:pt x="80" y="564"/>
                    <a:pt x="42" y="586"/>
                    <a:pt x="21" y="621"/>
                  </a:cubicBezTo>
                  <a:cubicBezTo>
                    <a:pt x="0" y="657"/>
                    <a:pt x="0" y="700"/>
                    <a:pt x="21" y="736"/>
                  </a:cubicBezTo>
                  <a:cubicBezTo>
                    <a:pt x="42" y="771"/>
                    <a:pt x="80" y="792"/>
                    <a:pt x="121" y="792"/>
                  </a:cubicBezTo>
                  <a:cubicBezTo>
                    <a:pt x="961" y="792"/>
                    <a:pt x="961" y="792"/>
                    <a:pt x="961" y="792"/>
                  </a:cubicBezTo>
                  <a:cubicBezTo>
                    <a:pt x="1002" y="792"/>
                    <a:pt x="1040" y="771"/>
                    <a:pt x="1061" y="736"/>
                  </a:cubicBezTo>
                  <a:cubicBezTo>
                    <a:pt x="1082" y="700"/>
                    <a:pt x="1082" y="657"/>
                    <a:pt x="1061" y="621"/>
                  </a:cubicBezTo>
                  <a:cubicBezTo>
                    <a:pt x="1040" y="586"/>
                    <a:pt x="1002" y="564"/>
                    <a:pt x="961" y="565"/>
                  </a:cubicBezTo>
                  <a:close/>
                  <a:moveTo>
                    <a:pt x="984" y="1"/>
                  </a:moveTo>
                  <a:cubicBezTo>
                    <a:pt x="314" y="1"/>
                    <a:pt x="314" y="1"/>
                    <a:pt x="314" y="1"/>
                  </a:cubicBezTo>
                  <a:cubicBezTo>
                    <a:pt x="273" y="0"/>
                    <a:pt x="235" y="21"/>
                    <a:pt x="214" y="57"/>
                  </a:cubicBezTo>
                  <a:cubicBezTo>
                    <a:pt x="194" y="92"/>
                    <a:pt x="194" y="136"/>
                    <a:pt x="214" y="171"/>
                  </a:cubicBezTo>
                  <a:cubicBezTo>
                    <a:pt x="235" y="207"/>
                    <a:pt x="273" y="228"/>
                    <a:pt x="314" y="227"/>
                  </a:cubicBezTo>
                  <a:cubicBezTo>
                    <a:pt x="984" y="227"/>
                    <a:pt x="984" y="227"/>
                    <a:pt x="984" y="227"/>
                  </a:cubicBezTo>
                  <a:cubicBezTo>
                    <a:pt x="1025" y="228"/>
                    <a:pt x="1063" y="207"/>
                    <a:pt x="1084" y="171"/>
                  </a:cubicBezTo>
                  <a:cubicBezTo>
                    <a:pt x="1104" y="136"/>
                    <a:pt x="1104" y="92"/>
                    <a:pt x="1084" y="57"/>
                  </a:cubicBezTo>
                  <a:cubicBezTo>
                    <a:pt x="1063" y="21"/>
                    <a:pt x="1025" y="0"/>
                    <a:pt x="984" y="1"/>
                  </a:cubicBezTo>
                  <a:close/>
                  <a:moveTo>
                    <a:pt x="984" y="1"/>
                  </a:moveTo>
                  <a:cubicBezTo>
                    <a:pt x="984" y="1"/>
                    <a:pt x="984" y="1"/>
                    <a:pt x="984" y="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6"/>
            <p:cNvSpPr>
              <a:spLocks noEditPoints="1"/>
            </p:cNvSpPr>
            <p:nvPr/>
          </p:nvSpPr>
          <p:spPr bwMode="auto">
            <a:xfrm>
              <a:off x="3871913" y="-804863"/>
              <a:ext cx="571500" cy="695325"/>
            </a:xfrm>
            <a:custGeom>
              <a:avLst/>
              <a:gdLst>
                <a:gd name="T0" fmla="*/ 1812 w 2606"/>
                <a:gd name="T1" fmla="*/ 0 h 3167"/>
                <a:gd name="T2" fmla="*/ 451 w 2606"/>
                <a:gd name="T3" fmla="*/ 0 h 3167"/>
                <a:gd name="T4" fmla="*/ 0 w 2606"/>
                <a:gd name="T5" fmla="*/ 409 h 3167"/>
                <a:gd name="T6" fmla="*/ 0 w 2606"/>
                <a:gd name="T7" fmla="*/ 664 h 3167"/>
                <a:gd name="T8" fmla="*/ 0 w 2606"/>
                <a:gd name="T9" fmla="*/ 664 h 3167"/>
                <a:gd name="T10" fmla="*/ 0 w 2606"/>
                <a:gd name="T11" fmla="*/ 818 h 3167"/>
                <a:gd name="T12" fmla="*/ 243 w 2606"/>
                <a:gd name="T13" fmla="*/ 692 h 3167"/>
                <a:gd name="T14" fmla="*/ 243 w 2606"/>
                <a:gd name="T15" fmla="*/ 449 h 3167"/>
                <a:gd name="T16" fmla="*/ 452 w 2606"/>
                <a:gd name="T17" fmla="*/ 226 h 3167"/>
                <a:gd name="T18" fmla="*/ 1586 w 2606"/>
                <a:gd name="T19" fmla="*/ 226 h 3167"/>
                <a:gd name="T20" fmla="*/ 1586 w 2606"/>
                <a:gd name="T21" fmla="*/ 681 h 3167"/>
                <a:gd name="T22" fmla="*/ 2040 w 2606"/>
                <a:gd name="T23" fmla="*/ 1131 h 3167"/>
                <a:gd name="T24" fmla="*/ 2380 w 2606"/>
                <a:gd name="T25" fmla="*/ 1131 h 3167"/>
                <a:gd name="T26" fmla="*/ 2380 w 2606"/>
                <a:gd name="T27" fmla="*/ 2714 h 3167"/>
                <a:gd name="T28" fmla="*/ 2153 w 2606"/>
                <a:gd name="T29" fmla="*/ 2940 h 3167"/>
                <a:gd name="T30" fmla="*/ 1745 w 2606"/>
                <a:gd name="T31" fmla="*/ 2940 h 3167"/>
                <a:gd name="T32" fmla="*/ 1745 w 2606"/>
                <a:gd name="T33" fmla="*/ 3012 h 3167"/>
                <a:gd name="T34" fmla="*/ 1745 w 2606"/>
                <a:gd name="T35" fmla="*/ 3167 h 3167"/>
                <a:gd name="T36" fmla="*/ 2153 w 2606"/>
                <a:gd name="T37" fmla="*/ 3167 h 3167"/>
                <a:gd name="T38" fmla="*/ 2606 w 2606"/>
                <a:gd name="T39" fmla="*/ 2714 h 3167"/>
                <a:gd name="T40" fmla="*/ 2606 w 2606"/>
                <a:gd name="T41" fmla="*/ 908 h 3167"/>
                <a:gd name="T42" fmla="*/ 1812 w 2606"/>
                <a:gd name="T43" fmla="*/ 0 h 3167"/>
                <a:gd name="T44" fmla="*/ 2039 w 2606"/>
                <a:gd name="T45" fmla="*/ 904 h 3167"/>
                <a:gd name="T46" fmla="*/ 1813 w 2606"/>
                <a:gd name="T47" fmla="*/ 567 h 3167"/>
                <a:gd name="T48" fmla="*/ 1813 w 2606"/>
                <a:gd name="T49" fmla="*/ 229 h 3167"/>
                <a:gd name="T50" fmla="*/ 2379 w 2606"/>
                <a:gd name="T51" fmla="*/ 904 h 3167"/>
                <a:gd name="T52" fmla="*/ 2039 w 2606"/>
                <a:gd name="T53" fmla="*/ 904 h 3167"/>
                <a:gd name="T54" fmla="*/ 2039 w 2606"/>
                <a:gd name="T55" fmla="*/ 904 h 3167"/>
                <a:gd name="T56" fmla="*/ 2039 w 2606"/>
                <a:gd name="T57" fmla="*/ 904 h 3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606" h="3167">
                  <a:moveTo>
                    <a:pt x="1812" y="0"/>
                  </a:moveTo>
                  <a:cubicBezTo>
                    <a:pt x="451" y="0"/>
                    <a:pt x="451" y="0"/>
                    <a:pt x="451" y="0"/>
                  </a:cubicBezTo>
                  <a:cubicBezTo>
                    <a:pt x="226" y="0"/>
                    <a:pt x="24" y="193"/>
                    <a:pt x="0" y="409"/>
                  </a:cubicBezTo>
                  <a:cubicBezTo>
                    <a:pt x="0" y="664"/>
                    <a:pt x="0" y="664"/>
                    <a:pt x="0" y="664"/>
                  </a:cubicBezTo>
                  <a:cubicBezTo>
                    <a:pt x="0" y="664"/>
                    <a:pt x="0" y="664"/>
                    <a:pt x="0" y="664"/>
                  </a:cubicBezTo>
                  <a:cubicBezTo>
                    <a:pt x="0" y="818"/>
                    <a:pt x="0" y="818"/>
                    <a:pt x="0" y="818"/>
                  </a:cubicBezTo>
                  <a:cubicBezTo>
                    <a:pt x="75" y="760"/>
                    <a:pt x="148" y="725"/>
                    <a:pt x="243" y="692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333"/>
                    <a:pt x="332" y="226"/>
                    <a:pt x="452" y="226"/>
                  </a:cubicBezTo>
                  <a:cubicBezTo>
                    <a:pt x="1586" y="226"/>
                    <a:pt x="1586" y="226"/>
                    <a:pt x="1586" y="226"/>
                  </a:cubicBezTo>
                  <a:cubicBezTo>
                    <a:pt x="1585" y="486"/>
                    <a:pt x="1586" y="681"/>
                    <a:pt x="1586" y="681"/>
                  </a:cubicBezTo>
                  <a:cubicBezTo>
                    <a:pt x="1586" y="916"/>
                    <a:pt x="1798" y="1131"/>
                    <a:pt x="2040" y="1131"/>
                  </a:cubicBezTo>
                  <a:cubicBezTo>
                    <a:pt x="2380" y="1131"/>
                    <a:pt x="2380" y="1131"/>
                    <a:pt x="2380" y="1131"/>
                  </a:cubicBezTo>
                  <a:cubicBezTo>
                    <a:pt x="2380" y="2714"/>
                    <a:pt x="2380" y="2714"/>
                    <a:pt x="2380" y="2714"/>
                  </a:cubicBezTo>
                  <a:cubicBezTo>
                    <a:pt x="2380" y="2829"/>
                    <a:pt x="2272" y="2940"/>
                    <a:pt x="2153" y="2940"/>
                  </a:cubicBezTo>
                  <a:cubicBezTo>
                    <a:pt x="1745" y="2940"/>
                    <a:pt x="1745" y="2940"/>
                    <a:pt x="1745" y="2940"/>
                  </a:cubicBezTo>
                  <a:cubicBezTo>
                    <a:pt x="1745" y="2986"/>
                    <a:pt x="1745" y="2985"/>
                    <a:pt x="1745" y="3012"/>
                  </a:cubicBezTo>
                  <a:cubicBezTo>
                    <a:pt x="1745" y="3167"/>
                    <a:pt x="1745" y="3167"/>
                    <a:pt x="1745" y="3167"/>
                  </a:cubicBezTo>
                  <a:cubicBezTo>
                    <a:pt x="2153" y="3167"/>
                    <a:pt x="2153" y="3167"/>
                    <a:pt x="2153" y="3167"/>
                  </a:cubicBezTo>
                  <a:cubicBezTo>
                    <a:pt x="2392" y="3167"/>
                    <a:pt x="2606" y="2947"/>
                    <a:pt x="2606" y="2714"/>
                  </a:cubicBezTo>
                  <a:cubicBezTo>
                    <a:pt x="2606" y="908"/>
                    <a:pt x="2606" y="908"/>
                    <a:pt x="2606" y="908"/>
                  </a:cubicBezTo>
                  <a:lnTo>
                    <a:pt x="1812" y="0"/>
                  </a:lnTo>
                  <a:close/>
                  <a:moveTo>
                    <a:pt x="2039" y="904"/>
                  </a:moveTo>
                  <a:cubicBezTo>
                    <a:pt x="1919" y="904"/>
                    <a:pt x="1813" y="685"/>
                    <a:pt x="1813" y="567"/>
                  </a:cubicBezTo>
                  <a:cubicBezTo>
                    <a:pt x="1813" y="229"/>
                    <a:pt x="1813" y="229"/>
                    <a:pt x="1813" y="229"/>
                  </a:cubicBezTo>
                  <a:cubicBezTo>
                    <a:pt x="2379" y="904"/>
                    <a:pt x="2379" y="904"/>
                    <a:pt x="2379" y="904"/>
                  </a:cubicBezTo>
                  <a:lnTo>
                    <a:pt x="2039" y="904"/>
                  </a:lnTo>
                  <a:close/>
                  <a:moveTo>
                    <a:pt x="2039" y="904"/>
                  </a:moveTo>
                  <a:cubicBezTo>
                    <a:pt x="2039" y="904"/>
                    <a:pt x="2039" y="904"/>
                    <a:pt x="2039" y="90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7"/>
            <p:cNvSpPr>
              <a:spLocks noEditPoints="1"/>
            </p:cNvSpPr>
            <p:nvPr/>
          </p:nvSpPr>
          <p:spPr bwMode="auto">
            <a:xfrm>
              <a:off x="3721100" y="-644526"/>
              <a:ext cx="517525" cy="560388"/>
            </a:xfrm>
            <a:custGeom>
              <a:avLst/>
              <a:gdLst>
                <a:gd name="T0" fmla="*/ 2201 w 2361"/>
                <a:gd name="T1" fmla="*/ 1991 h 2549"/>
                <a:gd name="T2" fmla="*/ 1607 w 2361"/>
                <a:gd name="T3" fmla="*/ 1662 h 2549"/>
                <a:gd name="T4" fmla="*/ 1888 w 2361"/>
                <a:gd name="T5" fmla="*/ 956 h 2549"/>
                <a:gd name="T6" fmla="*/ 1888 w 2361"/>
                <a:gd name="T7" fmla="*/ 558 h 2549"/>
                <a:gd name="T8" fmla="*/ 1185 w 2361"/>
                <a:gd name="T9" fmla="*/ 0 h 2549"/>
                <a:gd name="T10" fmla="*/ 473 w 2361"/>
                <a:gd name="T11" fmla="*/ 558 h 2549"/>
                <a:gd name="T12" fmla="*/ 473 w 2361"/>
                <a:gd name="T13" fmla="*/ 956 h 2549"/>
                <a:gd name="T14" fmla="*/ 770 w 2361"/>
                <a:gd name="T15" fmla="*/ 1661 h 2549"/>
                <a:gd name="T16" fmla="*/ 160 w 2361"/>
                <a:gd name="T17" fmla="*/ 1991 h 2549"/>
                <a:gd name="T18" fmla="*/ 1 w 2361"/>
                <a:gd name="T19" fmla="*/ 2150 h 2549"/>
                <a:gd name="T20" fmla="*/ 1 w 2361"/>
                <a:gd name="T21" fmla="*/ 2390 h 2549"/>
                <a:gd name="T22" fmla="*/ 47 w 2361"/>
                <a:gd name="T23" fmla="*/ 2502 h 2549"/>
                <a:gd name="T24" fmla="*/ 160 w 2361"/>
                <a:gd name="T25" fmla="*/ 2549 h 2549"/>
                <a:gd name="T26" fmla="*/ 2201 w 2361"/>
                <a:gd name="T27" fmla="*/ 2549 h 2549"/>
                <a:gd name="T28" fmla="*/ 2314 w 2361"/>
                <a:gd name="T29" fmla="*/ 2502 h 2549"/>
                <a:gd name="T30" fmla="*/ 2361 w 2361"/>
                <a:gd name="T31" fmla="*/ 2390 h 2549"/>
                <a:gd name="T32" fmla="*/ 2361 w 2361"/>
                <a:gd name="T33" fmla="*/ 2150 h 2549"/>
                <a:gd name="T34" fmla="*/ 2201 w 2361"/>
                <a:gd name="T35" fmla="*/ 1991 h 2549"/>
                <a:gd name="T36" fmla="*/ 189 w 2361"/>
                <a:gd name="T37" fmla="*/ 2360 h 2549"/>
                <a:gd name="T38" fmla="*/ 189 w 2361"/>
                <a:gd name="T39" fmla="*/ 2192 h 2549"/>
                <a:gd name="T40" fmla="*/ 237 w 2361"/>
                <a:gd name="T41" fmla="*/ 2163 h 2549"/>
                <a:gd name="T42" fmla="*/ 250 w 2361"/>
                <a:gd name="T43" fmla="*/ 2157 h 2549"/>
                <a:gd name="T44" fmla="*/ 859 w 2361"/>
                <a:gd name="T45" fmla="*/ 1826 h 2549"/>
                <a:gd name="T46" fmla="*/ 958 w 2361"/>
                <a:gd name="T47" fmla="*/ 1678 h 2549"/>
                <a:gd name="T48" fmla="*/ 888 w 2361"/>
                <a:gd name="T49" fmla="*/ 1514 h 2549"/>
                <a:gd name="T50" fmla="*/ 661 w 2361"/>
                <a:gd name="T51" fmla="*/ 956 h 2549"/>
                <a:gd name="T52" fmla="*/ 661 w 2361"/>
                <a:gd name="T53" fmla="*/ 558 h 2549"/>
                <a:gd name="T54" fmla="*/ 1185 w 2361"/>
                <a:gd name="T55" fmla="*/ 189 h 2549"/>
                <a:gd name="T56" fmla="*/ 1699 w 2361"/>
                <a:gd name="T57" fmla="*/ 558 h 2549"/>
                <a:gd name="T58" fmla="*/ 1699 w 2361"/>
                <a:gd name="T59" fmla="*/ 956 h 2549"/>
                <a:gd name="T60" fmla="*/ 1490 w 2361"/>
                <a:gd name="T61" fmla="*/ 1514 h 2549"/>
                <a:gd name="T62" fmla="*/ 1419 w 2361"/>
                <a:gd name="T63" fmla="*/ 1678 h 2549"/>
                <a:gd name="T64" fmla="*/ 1517 w 2361"/>
                <a:gd name="T65" fmla="*/ 1828 h 2549"/>
                <a:gd name="T66" fmla="*/ 2111 w 2361"/>
                <a:gd name="T67" fmla="*/ 2157 h 2549"/>
                <a:gd name="T68" fmla="*/ 2128 w 2361"/>
                <a:gd name="T69" fmla="*/ 2165 h 2549"/>
                <a:gd name="T70" fmla="*/ 2172 w 2361"/>
                <a:gd name="T71" fmla="*/ 2189 h 2549"/>
                <a:gd name="T72" fmla="*/ 2172 w 2361"/>
                <a:gd name="T73" fmla="*/ 2360 h 2549"/>
                <a:gd name="T74" fmla="*/ 189 w 2361"/>
                <a:gd name="T75" fmla="*/ 2360 h 2549"/>
                <a:gd name="T76" fmla="*/ 189 w 2361"/>
                <a:gd name="T77" fmla="*/ 2360 h 2549"/>
                <a:gd name="T78" fmla="*/ 189 w 2361"/>
                <a:gd name="T79" fmla="*/ 2360 h 2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361" h="2549">
                  <a:moveTo>
                    <a:pt x="2201" y="1991"/>
                  </a:moveTo>
                  <a:cubicBezTo>
                    <a:pt x="1607" y="1662"/>
                    <a:pt x="1607" y="1662"/>
                    <a:pt x="1607" y="1662"/>
                  </a:cubicBezTo>
                  <a:cubicBezTo>
                    <a:pt x="1828" y="1489"/>
                    <a:pt x="1888" y="1147"/>
                    <a:pt x="1888" y="956"/>
                  </a:cubicBezTo>
                  <a:cubicBezTo>
                    <a:pt x="1888" y="558"/>
                    <a:pt x="1888" y="558"/>
                    <a:pt x="1888" y="558"/>
                  </a:cubicBezTo>
                  <a:cubicBezTo>
                    <a:pt x="1888" y="294"/>
                    <a:pt x="1537" y="0"/>
                    <a:pt x="1185" y="0"/>
                  </a:cubicBezTo>
                  <a:cubicBezTo>
                    <a:pt x="832" y="0"/>
                    <a:pt x="473" y="294"/>
                    <a:pt x="473" y="558"/>
                  </a:cubicBezTo>
                  <a:cubicBezTo>
                    <a:pt x="473" y="956"/>
                    <a:pt x="473" y="956"/>
                    <a:pt x="473" y="956"/>
                  </a:cubicBezTo>
                  <a:cubicBezTo>
                    <a:pt x="473" y="1130"/>
                    <a:pt x="546" y="1482"/>
                    <a:pt x="770" y="1661"/>
                  </a:cubicBezTo>
                  <a:cubicBezTo>
                    <a:pt x="160" y="1991"/>
                    <a:pt x="160" y="1991"/>
                    <a:pt x="160" y="1991"/>
                  </a:cubicBezTo>
                  <a:cubicBezTo>
                    <a:pt x="160" y="1991"/>
                    <a:pt x="1" y="2062"/>
                    <a:pt x="1" y="2150"/>
                  </a:cubicBezTo>
                  <a:cubicBezTo>
                    <a:pt x="1" y="2390"/>
                    <a:pt x="1" y="2390"/>
                    <a:pt x="1" y="2390"/>
                  </a:cubicBezTo>
                  <a:cubicBezTo>
                    <a:pt x="0" y="2432"/>
                    <a:pt x="17" y="2472"/>
                    <a:pt x="47" y="2502"/>
                  </a:cubicBezTo>
                  <a:cubicBezTo>
                    <a:pt x="77" y="2532"/>
                    <a:pt x="117" y="2549"/>
                    <a:pt x="160" y="2549"/>
                  </a:cubicBezTo>
                  <a:cubicBezTo>
                    <a:pt x="2201" y="2549"/>
                    <a:pt x="2201" y="2549"/>
                    <a:pt x="2201" y="2549"/>
                  </a:cubicBezTo>
                  <a:cubicBezTo>
                    <a:pt x="2244" y="2549"/>
                    <a:pt x="2284" y="2532"/>
                    <a:pt x="2314" y="2502"/>
                  </a:cubicBezTo>
                  <a:cubicBezTo>
                    <a:pt x="2344" y="2472"/>
                    <a:pt x="2361" y="2432"/>
                    <a:pt x="2361" y="2390"/>
                  </a:cubicBezTo>
                  <a:cubicBezTo>
                    <a:pt x="2361" y="2150"/>
                    <a:pt x="2361" y="2150"/>
                    <a:pt x="2361" y="2150"/>
                  </a:cubicBezTo>
                  <a:cubicBezTo>
                    <a:pt x="2361" y="2057"/>
                    <a:pt x="2201" y="1991"/>
                    <a:pt x="2201" y="1991"/>
                  </a:cubicBezTo>
                  <a:close/>
                  <a:moveTo>
                    <a:pt x="189" y="2360"/>
                  </a:moveTo>
                  <a:cubicBezTo>
                    <a:pt x="189" y="2192"/>
                    <a:pt x="189" y="2192"/>
                    <a:pt x="189" y="2192"/>
                  </a:cubicBezTo>
                  <a:cubicBezTo>
                    <a:pt x="204" y="2181"/>
                    <a:pt x="220" y="2171"/>
                    <a:pt x="237" y="2163"/>
                  </a:cubicBezTo>
                  <a:cubicBezTo>
                    <a:pt x="241" y="2161"/>
                    <a:pt x="245" y="2159"/>
                    <a:pt x="250" y="2157"/>
                  </a:cubicBezTo>
                  <a:cubicBezTo>
                    <a:pt x="859" y="1826"/>
                    <a:pt x="859" y="1826"/>
                    <a:pt x="859" y="1826"/>
                  </a:cubicBezTo>
                  <a:cubicBezTo>
                    <a:pt x="915" y="1796"/>
                    <a:pt x="952" y="1741"/>
                    <a:pt x="958" y="1678"/>
                  </a:cubicBezTo>
                  <a:cubicBezTo>
                    <a:pt x="963" y="1615"/>
                    <a:pt x="937" y="1553"/>
                    <a:pt x="888" y="1514"/>
                  </a:cubicBezTo>
                  <a:cubicBezTo>
                    <a:pt x="729" y="1387"/>
                    <a:pt x="661" y="1106"/>
                    <a:pt x="661" y="956"/>
                  </a:cubicBezTo>
                  <a:cubicBezTo>
                    <a:pt x="661" y="558"/>
                    <a:pt x="661" y="558"/>
                    <a:pt x="661" y="558"/>
                  </a:cubicBezTo>
                  <a:cubicBezTo>
                    <a:pt x="661" y="422"/>
                    <a:pt x="917" y="189"/>
                    <a:pt x="1185" y="189"/>
                  </a:cubicBezTo>
                  <a:cubicBezTo>
                    <a:pt x="1457" y="189"/>
                    <a:pt x="1699" y="419"/>
                    <a:pt x="1699" y="558"/>
                  </a:cubicBezTo>
                  <a:cubicBezTo>
                    <a:pt x="1699" y="956"/>
                    <a:pt x="1699" y="956"/>
                    <a:pt x="1699" y="956"/>
                  </a:cubicBezTo>
                  <a:cubicBezTo>
                    <a:pt x="1699" y="1104"/>
                    <a:pt x="1653" y="1386"/>
                    <a:pt x="1490" y="1514"/>
                  </a:cubicBezTo>
                  <a:cubicBezTo>
                    <a:pt x="1440" y="1553"/>
                    <a:pt x="1414" y="1615"/>
                    <a:pt x="1419" y="1678"/>
                  </a:cubicBezTo>
                  <a:cubicBezTo>
                    <a:pt x="1424" y="1741"/>
                    <a:pt x="1461" y="1797"/>
                    <a:pt x="1517" y="1828"/>
                  </a:cubicBezTo>
                  <a:cubicBezTo>
                    <a:pt x="2111" y="2157"/>
                    <a:pt x="2111" y="2157"/>
                    <a:pt x="2111" y="2157"/>
                  </a:cubicBezTo>
                  <a:cubicBezTo>
                    <a:pt x="2116" y="2160"/>
                    <a:pt x="2123" y="2163"/>
                    <a:pt x="2128" y="2165"/>
                  </a:cubicBezTo>
                  <a:cubicBezTo>
                    <a:pt x="2144" y="2172"/>
                    <a:pt x="2158" y="2180"/>
                    <a:pt x="2172" y="2189"/>
                  </a:cubicBezTo>
                  <a:cubicBezTo>
                    <a:pt x="2172" y="2360"/>
                    <a:pt x="2172" y="2360"/>
                    <a:pt x="2172" y="2360"/>
                  </a:cubicBezTo>
                  <a:cubicBezTo>
                    <a:pt x="189" y="2360"/>
                    <a:pt x="189" y="2360"/>
                    <a:pt x="189" y="2360"/>
                  </a:cubicBezTo>
                  <a:close/>
                  <a:moveTo>
                    <a:pt x="189" y="2360"/>
                  </a:moveTo>
                  <a:cubicBezTo>
                    <a:pt x="189" y="2360"/>
                    <a:pt x="189" y="2360"/>
                    <a:pt x="189" y="236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8642350" y="2223135"/>
            <a:ext cx="2551430" cy="4091305"/>
          </a:xfrm>
          <a:prstGeom prst="rect">
            <a:avLst/>
          </a:prstGeom>
          <a:noFill/>
          <a:ln w="38100">
            <a:solidFill>
              <a:srgbClr val="31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792229" y="3349245"/>
            <a:ext cx="2295439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314371"/>
                </a:solidFill>
                <a:cs typeface="+mn-ea"/>
                <a:sym typeface="+mn-lt"/>
              </a:rPr>
              <a:t>培养团队协作能力</a:t>
            </a:r>
            <a:endParaRPr lang="zh-CN" altLang="en-US" sz="2600" b="1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816355" y="4240326"/>
            <a:ext cx="21671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spc="40">
                <a:solidFill>
                  <a:srgbClr val="314371"/>
                </a:solidFill>
                <a:cs typeface="+mn-ea"/>
                <a:sym typeface="+mn-lt"/>
              </a:rPr>
              <a:t>在项目开发过程中，成员们分工明确又紧密协作，从需求分析、设计架构到编码实现、测试上线，每个环节都需要团队成员的共同努力，以此培养良好的团队协作能力与沟通能力。</a:t>
            </a:r>
            <a:endParaRPr lang="en-US" altLang="zh-CN" sz="1200" spc="4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32" name="Freeform 11"/>
          <p:cNvSpPr>
            <a:spLocks noEditPoints="1"/>
          </p:cNvSpPr>
          <p:nvPr/>
        </p:nvSpPr>
        <p:spPr bwMode="auto">
          <a:xfrm>
            <a:off x="9609868" y="2511593"/>
            <a:ext cx="580154" cy="576336"/>
          </a:xfrm>
          <a:custGeom>
            <a:avLst/>
            <a:gdLst>
              <a:gd name="T0" fmla="*/ 1819 w 2881"/>
              <a:gd name="T1" fmla="*/ 1849 h 2857"/>
              <a:gd name="T2" fmla="*/ 1380 w 2881"/>
              <a:gd name="T3" fmla="*/ 1410 h 2857"/>
              <a:gd name="T4" fmla="*/ 2696 w 2881"/>
              <a:gd name="T5" fmla="*/ 446 h 2857"/>
              <a:gd name="T6" fmla="*/ 2784 w 2881"/>
              <a:gd name="T7" fmla="*/ 885 h 2857"/>
              <a:gd name="T8" fmla="*/ 1751 w 2881"/>
              <a:gd name="T9" fmla="*/ 1740 h 2857"/>
              <a:gd name="T10" fmla="*/ 1512 w 2881"/>
              <a:gd name="T11" fmla="*/ 1453 h 2857"/>
              <a:gd name="T12" fmla="*/ 1329 w 2881"/>
              <a:gd name="T13" fmla="*/ 1898 h 2857"/>
              <a:gd name="T14" fmla="*/ 1863 w 2881"/>
              <a:gd name="T15" fmla="*/ 1629 h 2857"/>
              <a:gd name="T16" fmla="*/ 2256 w 2881"/>
              <a:gd name="T17" fmla="*/ 709 h 2857"/>
              <a:gd name="T18" fmla="*/ 2696 w 2881"/>
              <a:gd name="T19" fmla="*/ 620 h 2857"/>
              <a:gd name="T20" fmla="*/ 2433 w 2881"/>
              <a:gd name="T21" fmla="*/ 532 h 2857"/>
              <a:gd name="T22" fmla="*/ 2607 w 2881"/>
              <a:gd name="T23" fmla="*/ 884 h 2857"/>
              <a:gd name="T24" fmla="*/ 2696 w 2881"/>
              <a:gd name="T25" fmla="*/ 620 h 2857"/>
              <a:gd name="T26" fmla="*/ 434 w 2881"/>
              <a:gd name="T27" fmla="*/ 2050 h 2857"/>
              <a:gd name="T28" fmla="*/ 998 w 2881"/>
              <a:gd name="T29" fmla="*/ 2174 h 2857"/>
              <a:gd name="T30" fmla="*/ 1139 w 2881"/>
              <a:gd name="T31" fmla="*/ 1801 h 2857"/>
              <a:gd name="T32" fmla="*/ 434 w 2881"/>
              <a:gd name="T33" fmla="*/ 1677 h 2857"/>
              <a:gd name="T34" fmla="*/ 1139 w 2881"/>
              <a:gd name="T35" fmla="*/ 1801 h 2857"/>
              <a:gd name="T36" fmla="*/ 1055 w 2881"/>
              <a:gd name="T37" fmla="*/ 932 h 2857"/>
              <a:gd name="T38" fmla="*/ 434 w 2881"/>
              <a:gd name="T39" fmla="*/ 1056 h 2857"/>
              <a:gd name="T40" fmla="*/ 1055 w 2881"/>
              <a:gd name="T41" fmla="*/ 1429 h 2857"/>
              <a:gd name="T42" fmla="*/ 434 w 2881"/>
              <a:gd name="T43" fmla="*/ 1304 h 2857"/>
              <a:gd name="T44" fmla="*/ 1055 w 2881"/>
              <a:gd name="T45" fmla="*/ 1429 h 2857"/>
              <a:gd name="T46" fmla="*/ 1800 w 2881"/>
              <a:gd name="T47" fmla="*/ 2174 h 2857"/>
              <a:gd name="T48" fmla="*/ 1530 w 2881"/>
              <a:gd name="T49" fmla="*/ 2050 h 2857"/>
              <a:gd name="T50" fmla="*/ 1490 w 2881"/>
              <a:gd name="T51" fmla="*/ 228 h 2857"/>
              <a:gd name="T52" fmla="*/ 1614 w 2881"/>
              <a:gd name="T53" fmla="*/ 808 h 2857"/>
              <a:gd name="T54" fmla="*/ 1682 w 2881"/>
              <a:gd name="T55" fmla="*/ 932 h 2857"/>
              <a:gd name="T56" fmla="*/ 1366 w 2881"/>
              <a:gd name="T57" fmla="*/ 684 h 2857"/>
              <a:gd name="T58" fmla="*/ 248 w 2881"/>
              <a:gd name="T59" fmla="*/ 125 h 2857"/>
              <a:gd name="T60" fmla="*/ 124 w 2881"/>
              <a:gd name="T61" fmla="*/ 2608 h 2857"/>
              <a:gd name="T62" fmla="*/ 1987 w 2881"/>
              <a:gd name="T63" fmla="*/ 2733 h 2857"/>
              <a:gd name="T64" fmla="*/ 2111 w 2881"/>
              <a:gd name="T65" fmla="*/ 1733 h 2857"/>
              <a:gd name="T66" fmla="*/ 2235 w 2881"/>
              <a:gd name="T67" fmla="*/ 2608 h 2857"/>
              <a:gd name="T68" fmla="*/ 248 w 2881"/>
              <a:gd name="T69" fmla="*/ 2857 h 2857"/>
              <a:gd name="T70" fmla="*/ 0 w 2881"/>
              <a:gd name="T71" fmla="*/ 249 h 2857"/>
              <a:gd name="T72" fmla="*/ 1450 w 2881"/>
              <a:gd name="T73" fmla="*/ 0 h 2857"/>
              <a:gd name="T74" fmla="*/ 1924 w 2881"/>
              <a:gd name="T75" fmla="*/ 691 h 2857"/>
              <a:gd name="T76" fmla="*/ 1490 w 2881"/>
              <a:gd name="T77" fmla="*/ 228 h 2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881" h="2857">
                <a:moveTo>
                  <a:pt x="2784" y="885"/>
                </a:moveTo>
                <a:cubicBezTo>
                  <a:pt x="1819" y="1849"/>
                  <a:pt x="1819" y="1849"/>
                  <a:pt x="1819" y="1849"/>
                </a:cubicBezTo>
                <a:cubicBezTo>
                  <a:pt x="1116" y="2111"/>
                  <a:pt x="1116" y="2111"/>
                  <a:pt x="1116" y="2111"/>
                </a:cubicBezTo>
                <a:cubicBezTo>
                  <a:pt x="1380" y="1410"/>
                  <a:pt x="1380" y="1410"/>
                  <a:pt x="1380" y="1410"/>
                </a:cubicBezTo>
                <a:cubicBezTo>
                  <a:pt x="2344" y="446"/>
                  <a:pt x="2344" y="446"/>
                  <a:pt x="2344" y="446"/>
                </a:cubicBezTo>
                <a:cubicBezTo>
                  <a:pt x="2442" y="349"/>
                  <a:pt x="2599" y="349"/>
                  <a:pt x="2696" y="446"/>
                </a:cubicBezTo>
                <a:cubicBezTo>
                  <a:pt x="2784" y="534"/>
                  <a:pt x="2784" y="534"/>
                  <a:pt x="2784" y="534"/>
                </a:cubicBezTo>
                <a:cubicBezTo>
                  <a:pt x="2881" y="631"/>
                  <a:pt x="2881" y="788"/>
                  <a:pt x="2784" y="885"/>
                </a:cubicBezTo>
                <a:close/>
                <a:moveTo>
                  <a:pt x="1329" y="1898"/>
                </a:moveTo>
                <a:cubicBezTo>
                  <a:pt x="1751" y="1740"/>
                  <a:pt x="1751" y="1740"/>
                  <a:pt x="1751" y="1740"/>
                </a:cubicBezTo>
                <a:cubicBezTo>
                  <a:pt x="1775" y="1717"/>
                  <a:pt x="1775" y="1717"/>
                  <a:pt x="1775" y="1717"/>
                </a:cubicBezTo>
                <a:cubicBezTo>
                  <a:pt x="1512" y="1453"/>
                  <a:pt x="1512" y="1453"/>
                  <a:pt x="1512" y="1453"/>
                </a:cubicBezTo>
                <a:cubicBezTo>
                  <a:pt x="1488" y="1477"/>
                  <a:pt x="1488" y="1477"/>
                  <a:pt x="1488" y="1477"/>
                </a:cubicBezTo>
                <a:lnTo>
                  <a:pt x="1329" y="1898"/>
                </a:lnTo>
                <a:close/>
                <a:moveTo>
                  <a:pt x="1599" y="1365"/>
                </a:moveTo>
                <a:cubicBezTo>
                  <a:pt x="1863" y="1629"/>
                  <a:pt x="1863" y="1629"/>
                  <a:pt x="1863" y="1629"/>
                </a:cubicBezTo>
                <a:cubicBezTo>
                  <a:pt x="2520" y="972"/>
                  <a:pt x="2520" y="972"/>
                  <a:pt x="2520" y="972"/>
                </a:cubicBezTo>
                <a:cubicBezTo>
                  <a:pt x="2256" y="709"/>
                  <a:pt x="2256" y="709"/>
                  <a:pt x="2256" y="709"/>
                </a:cubicBezTo>
                <a:lnTo>
                  <a:pt x="1599" y="1365"/>
                </a:lnTo>
                <a:close/>
                <a:moveTo>
                  <a:pt x="2696" y="620"/>
                </a:moveTo>
                <a:cubicBezTo>
                  <a:pt x="2609" y="532"/>
                  <a:pt x="2609" y="532"/>
                  <a:pt x="2609" y="532"/>
                </a:cubicBezTo>
                <a:cubicBezTo>
                  <a:pt x="2560" y="484"/>
                  <a:pt x="2481" y="484"/>
                  <a:pt x="2433" y="532"/>
                </a:cubicBezTo>
                <a:cubicBezTo>
                  <a:pt x="2344" y="621"/>
                  <a:pt x="2344" y="621"/>
                  <a:pt x="2344" y="621"/>
                </a:cubicBezTo>
                <a:cubicBezTo>
                  <a:pt x="2607" y="884"/>
                  <a:pt x="2607" y="884"/>
                  <a:pt x="2607" y="884"/>
                </a:cubicBezTo>
                <a:cubicBezTo>
                  <a:pt x="2696" y="795"/>
                  <a:pt x="2696" y="795"/>
                  <a:pt x="2696" y="795"/>
                </a:cubicBezTo>
                <a:cubicBezTo>
                  <a:pt x="2745" y="747"/>
                  <a:pt x="2745" y="668"/>
                  <a:pt x="2696" y="620"/>
                </a:cubicBezTo>
                <a:close/>
                <a:moveTo>
                  <a:pt x="434" y="2174"/>
                </a:moveTo>
                <a:cubicBezTo>
                  <a:pt x="434" y="2050"/>
                  <a:pt x="434" y="2050"/>
                  <a:pt x="434" y="2050"/>
                </a:cubicBezTo>
                <a:cubicBezTo>
                  <a:pt x="1045" y="2050"/>
                  <a:pt x="1045" y="2050"/>
                  <a:pt x="1045" y="2050"/>
                </a:cubicBezTo>
                <a:cubicBezTo>
                  <a:pt x="998" y="2174"/>
                  <a:pt x="998" y="2174"/>
                  <a:pt x="998" y="2174"/>
                </a:cubicBezTo>
                <a:lnTo>
                  <a:pt x="434" y="2174"/>
                </a:lnTo>
                <a:close/>
                <a:moveTo>
                  <a:pt x="1139" y="1801"/>
                </a:moveTo>
                <a:cubicBezTo>
                  <a:pt x="434" y="1801"/>
                  <a:pt x="434" y="1801"/>
                  <a:pt x="434" y="1801"/>
                </a:cubicBezTo>
                <a:cubicBezTo>
                  <a:pt x="434" y="1677"/>
                  <a:pt x="434" y="1677"/>
                  <a:pt x="434" y="1677"/>
                </a:cubicBezTo>
                <a:cubicBezTo>
                  <a:pt x="1185" y="1677"/>
                  <a:pt x="1185" y="1677"/>
                  <a:pt x="1185" y="1677"/>
                </a:cubicBezTo>
                <a:lnTo>
                  <a:pt x="1139" y="1801"/>
                </a:lnTo>
                <a:close/>
                <a:moveTo>
                  <a:pt x="434" y="932"/>
                </a:moveTo>
                <a:cubicBezTo>
                  <a:pt x="1055" y="932"/>
                  <a:pt x="1055" y="932"/>
                  <a:pt x="1055" y="932"/>
                </a:cubicBezTo>
                <a:cubicBezTo>
                  <a:pt x="1055" y="1056"/>
                  <a:pt x="1055" y="1056"/>
                  <a:pt x="1055" y="1056"/>
                </a:cubicBezTo>
                <a:cubicBezTo>
                  <a:pt x="434" y="1056"/>
                  <a:pt x="434" y="1056"/>
                  <a:pt x="434" y="1056"/>
                </a:cubicBezTo>
                <a:lnTo>
                  <a:pt x="434" y="932"/>
                </a:lnTo>
                <a:close/>
                <a:moveTo>
                  <a:pt x="1055" y="1429"/>
                </a:moveTo>
                <a:cubicBezTo>
                  <a:pt x="434" y="1429"/>
                  <a:pt x="434" y="1429"/>
                  <a:pt x="434" y="1429"/>
                </a:cubicBezTo>
                <a:cubicBezTo>
                  <a:pt x="434" y="1304"/>
                  <a:pt x="434" y="1304"/>
                  <a:pt x="434" y="1304"/>
                </a:cubicBezTo>
                <a:cubicBezTo>
                  <a:pt x="1055" y="1304"/>
                  <a:pt x="1055" y="1304"/>
                  <a:pt x="1055" y="1304"/>
                </a:cubicBezTo>
                <a:lnTo>
                  <a:pt x="1055" y="1429"/>
                </a:lnTo>
                <a:close/>
                <a:moveTo>
                  <a:pt x="1800" y="2050"/>
                </a:moveTo>
                <a:cubicBezTo>
                  <a:pt x="1800" y="2174"/>
                  <a:pt x="1800" y="2174"/>
                  <a:pt x="1800" y="2174"/>
                </a:cubicBezTo>
                <a:cubicBezTo>
                  <a:pt x="1197" y="2174"/>
                  <a:pt x="1197" y="2174"/>
                  <a:pt x="1197" y="2174"/>
                </a:cubicBezTo>
                <a:cubicBezTo>
                  <a:pt x="1530" y="2050"/>
                  <a:pt x="1530" y="2050"/>
                  <a:pt x="1530" y="2050"/>
                </a:cubicBezTo>
                <a:lnTo>
                  <a:pt x="1800" y="2050"/>
                </a:lnTo>
                <a:close/>
                <a:moveTo>
                  <a:pt x="1490" y="228"/>
                </a:moveTo>
                <a:cubicBezTo>
                  <a:pt x="1490" y="684"/>
                  <a:pt x="1490" y="684"/>
                  <a:pt x="1490" y="684"/>
                </a:cubicBezTo>
                <a:cubicBezTo>
                  <a:pt x="1490" y="752"/>
                  <a:pt x="1545" y="808"/>
                  <a:pt x="1614" y="808"/>
                </a:cubicBezTo>
                <a:cubicBezTo>
                  <a:pt x="1807" y="808"/>
                  <a:pt x="1807" y="808"/>
                  <a:pt x="1807" y="808"/>
                </a:cubicBezTo>
                <a:cubicBezTo>
                  <a:pt x="1682" y="932"/>
                  <a:pt x="1682" y="932"/>
                  <a:pt x="1682" y="932"/>
                </a:cubicBezTo>
                <a:cubicBezTo>
                  <a:pt x="1614" y="932"/>
                  <a:pt x="1614" y="932"/>
                  <a:pt x="1614" y="932"/>
                </a:cubicBezTo>
                <a:cubicBezTo>
                  <a:pt x="1477" y="932"/>
                  <a:pt x="1366" y="821"/>
                  <a:pt x="1366" y="684"/>
                </a:cubicBezTo>
                <a:cubicBezTo>
                  <a:pt x="1366" y="125"/>
                  <a:pt x="1366" y="125"/>
                  <a:pt x="1366" y="125"/>
                </a:cubicBezTo>
                <a:cubicBezTo>
                  <a:pt x="248" y="125"/>
                  <a:pt x="248" y="125"/>
                  <a:pt x="248" y="125"/>
                </a:cubicBezTo>
                <a:cubicBezTo>
                  <a:pt x="179" y="125"/>
                  <a:pt x="124" y="180"/>
                  <a:pt x="124" y="249"/>
                </a:cubicBezTo>
                <a:cubicBezTo>
                  <a:pt x="124" y="2608"/>
                  <a:pt x="124" y="2608"/>
                  <a:pt x="124" y="2608"/>
                </a:cubicBezTo>
                <a:cubicBezTo>
                  <a:pt x="124" y="2677"/>
                  <a:pt x="179" y="2733"/>
                  <a:pt x="248" y="2733"/>
                </a:cubicBezTo>
                <a:cubicBezTo>
                  <a:pt x="1987" y="2733"/>
                  <a:pt x="1987" y="2733"/>
                  <a:pt x="1987" y="2733"/>
                </a:cubicBezTo>
                <a:cubicBezTo>
                  <a:pt x="2055" y="2733"/>
                  <a:pt x="2111" y="2677"/>
                  <a:pt x="2111" y="2608"/>
                </a:cubicBezTo>
                <a:cubicBezTo>
                  <a:pt x="2111" y="1733"/>
                  <a:pt x="2111" y="1733"/>
                  <a:pt x="2111" y="1733"/>
                </a:cubicBezTo>
                <a:cubicBezTo>
                  <a:pt x="2235" y="1609"/>
                  <a:pt x="2235" y="1609"/>
                  <a:pt x="2235" y="1609"/>
                </a:cubicBezTo>
                <a:cubicBezTo>
                  <a:pt x="2235" y="2608"/>
                  <a:pt x="2235" y="2608"/>
                  <a:pt x="2235" y="2608"/>
                </a:cubicBezTo>
                <a:cubicBezTo>
                  <a:pt x="2235" y="2746"/>
                  <a:pt x="2124" y="2857"/>
                  <a:pt x="1987" y="2857"/>
                </a:cubicBezTo>
                <a:cubicBezTo>
                  <a:pt x="248" y="2857"/>
                  <a:pt x="248" y="2857"/>
                  <a:pt x="248" y="2857"/>
                </a:cubicBezTo>
                <a:cubicBezTo>
                  <a:pt x="111" y="2857"/>
                  <a:pt x="0" y="2746"/>
                  <a:pt x="0" y="2608"/>
                </a:cubicBezTo>
                <a:cubicBezTo>
                  <a:pt x="0" y="249"/>
                  <a:pt x="0" y="249"/>
                  <a:pt x="0" y="249"/>
                </a:cubicBezTo>
                <a:cubicBezTo>
                  <a:pt x="0" y="112"/>
                  <a:pt x="111" y="0"/>
                  <a:pt x="248" y="0"/>
                </a:cubicBezTo>
                <a:cubicBezTo>
                  <a:pt x="1450" y="0"/>
                  <a:pt x="1450" y="0"/>
                  <a:pt x="1450" y="0"/>
                </a:cubicBezTo>
                <a:cubicBezTo>
                  <a:pt x="2010" y="604"/>
                  <a:pt x="2010" y="604"/>
                  <a:pt x="2010" y="604"/>
                </a:cubicBezTo>
                <a:cubicBezTo>
                  <a:pt x="1924" y="691"/>
                  <a:pt x="1924" y="691"/>
                  <a:pt x="1924" y="691"/>
                </a:cubicBezTo>
                <a:lnTo>
                  <a:pt x="1490" y="228"/>
                </a:lnTo>
                <a:close/>
                <a:moveTo>
                  <a:pt x="1490" y="228"/>
                </a:moveTo>
                <a:cubicBezTo>
                  <a:pt x="1490" y="228"/>
                  <a:pt x="1490" y="228"/>
                  <a:pt x="1490" y="22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547130" y="1783389"/>
            <a:ext cx="3103838" cy="4767218"/>
          </a:xfrm>
          <a:prstGeom prst="rect">
            <a:avLst/>
          </a:prstGeom>
          <a:noFill/>
          <a:ln w="38100">
            <a:solidFill>
              <a:srgbClr val="31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841240" y="3211195"/>
            <a:ext cx="251587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314371"/>
                </a:solidFill>
                <a:cs typeface="+mn-ea"/>
                <a:sym typeface="+mn-lt"/>
              </a:rPr>
              <a:t>服务社团与校园</a:t>
            </a:r>
            <a:endParaRPr lang="zh-CN" altLang="en-US" sz="2600" b="1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906952" y="3757220"/>
            <a:ext cx="243427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spc="40">
                <a:solidFill>
                  <a:srgbClr val="314371"/>
                </a:solidFill>
                <a:cs typeface="+mn-ea"/>
                <a:sym typeface="+mn-lt"/>
              </a:rPr>
              <a:t>为小鸟快修社团打造专属的官方网站，用于展示社团的活动风采、成果展示、技术分享等内容，提升社团的知名度与影响力；同时，也为学校师生提供便捷的线上服务平台的Web端开发与维护等。</a:t>
            </a:r>
            <a:endParaRPr lang="en-US" altLang="zh-CN" sz="1200" spc="40">
              <a:solidFill>
                <a:srgbClr val="314371"/>
              </a:solidFill>
              <a:cs typeface="+mn-ea"/>
              <a:sym typeface="+mn-lt"/>
            </a:endParaRPr>
          </a:p>
        </p:txBody>
      </p:sp>
      <p:sp>
        <p:nvSpPr>
          <p:cNvPr id="37" name="Freeform 15"/>
          <p:cNvSpPr>
            <a:spLocks noEditPoints="1"/>
          </p:cNvSpPr>
          <p:nvPr/>
        </p:nvSpPr>
        <p:spPr bwMode="auto">
          <a:xfrm>
            <a:off x="5752140" y="2096106"/>
            <a:ext cx="687717" cy="687718"/>
          </a:xfrm>
          <a:custGeom>
            <a:avLst/>
            <a:gdLst>
              <a:gd name="T0" fmla="*/ 2204 w 2599"/>
              <a:gd name="T1" fmla="*/ 392 h 2595"/>
              <a:gd name="T2" fmla="*/ 1893 w 2599"/>
              <a:gd name="T3" fmla="*/ 233 h 2595"/>
              <a:gd name="T4" fmla="*/ 772 w 2599"/>
              <a:gd name="T5" fmla="*/ 165 h 2595"/>
              <a:gd name="T6" fmla="*/ 100 w 2599"/>
              <a:gd name="T7" fmla="*/ 838 h 2595"/>
              <a:gd name="T8" fmla="*/ 100 w 2599"/>
              <a:gd name="T9" fmla="*/ 1822 h 2595"/>
              <a:gd name="T10" fmla="*/ 772 w 2599"/>
              <a:gd name="T11" fmla="*/ 2495 h 2595"/>
              <a:gd name="T12" fmla="*/ 1757 w 2599"/>
              <a:gd name="T13" fmla="*/ 2495 h 2595"/>
              <a:gd name="T14" fmla="*/ 2430 w 2599"/>
              <a:gd name="T15" fmla="*/ 1822 h 2595"/>
              <a:gd name="T16" fmla="*/ 2364 w 2599"/>
              <a:gd name="T17" fmla="*/ 705 h 2595"/>
              <a:gd name="T18" fmla="*/ 1976 w 2599"/>
              <a:gd name="T19" fmla="*/ 1081 h 2595"/>
              <a:gd name="T20" fmla="*/ 2024 w 2599"/>
              <a:gd name="T21" fmla="*/ 1330 h 2595"/>
              <a:gd name="T22" fmla="*/ 1265 w 2599"/>
              <a:gd name="T23" fmla="*/ 2089 h 2595"/>
              <a:gd name="T24" fmla="*/ 506 w 2599"/>
              <a:gd name="T25" fmla="*/ 1330 h 2595"/>
              <a:gd name="T26" fmla="*/ 1265 w 2599"/>
              <a:gd name="T27" fmla="*/ 571 h 2595"/>
              <a:gd name="T28" fmla="*/ 1512 w 2599"/>
              <a:gd name="T29" fmla="*/ 613 h 2595"/>
              <a:gd name="T30" fmla="*/ 1523 w 2599"/>
              <a:gd name="T31" fmla="*/ 970 h 2595"/>
              <a:gd name="T32" fmla="*/ 822 w 2599"/>
              <a:gd name="T33" fmla="*/ 1329 h 2595"/>
              <a:gd name="T34" fmla="*/ 1707 w 2599"/>
              <a:gd name="T35" fmla="*/ 1329 h 2595"/>
              <a:gd name="T36" fmla="*/ 1669 w 2599"/>
              <a:gd name="T37" fmla="*/ 1014 h 2595"/>
              <a:gd name="T38" fmla="*/ 1580 w 2599"/>
              <a:gd name="T39" fmla="*/ 1330 h 2595"/>
              <a:gd name="T40" fmla="*/ 949 w 2599"/>
              <a:gd name="T41" fmla="*/ 1330 h 2595"/>
              <a:gd name="T42" fmla="*/ 1439 w 2599"/>
              <a:gd name="T43" fmla="*/ 1066 h 2595"/>
              <a:gd name="T44" fmla="*/ 1264 w 2599"/>
              <a:gd name="T45" fmla="*/ 1203 h 2595"/>
              <a:gd name="T46" fmla="*/ 1264 w 2599"/>
              <a:gd name="T47" fmla="*/ 1457 h 2595"/>
              <a:gd name="T48" fmla="*/ 1387 w 2599"/>
              <a:gd name="T49" fmla="*/ 1297 h 2595"/>
              <a:gd name="T50" fmla="*/ 1580 w 2599"/>
              <a:gd name="T51" fmla="*/ 1330 h 2595"/>
              <a:gd name="T52" fmla="*/ 1802 w 2599"/>
              <a:gd name="T53" fmla="*/ 502 h 2595"/>
              <a:gd name="T54" fmla="*/ 1916 w 2599"/>
              <a:gd name="T55" fmla="*/ 588 h 2595"/>
              <a:gd name="T56" fmla="*/ 1750 w 2599"/>
              <a:gd name="T57" fmla="*/ 555 h 2595"/>
              <a:gd name="T58" fmla="*/ 1682 w 2599"/>
              <a:gd name="T59" fmla="*/ 816 h 2595"/>
              <a:gd name="T60" fmla="*/ 1750 w 2599"/>
              <a:gd name="T61" fmla="*/ 555 h 2595"/>
              <a:gd name="T62" fmla="*/ 1936 w 2599"/>
              <a:gd name="T63" fmla="*/ 943 h 2595"/>
              <a:gd name="T64" fmla="*/ 1881 w 2599"/>
              <a:gd name="T65" fmla="*/ 802 h 2595"/>
              <a:gd name="T66" fmla="*/ 2021 w 2599"/>
              <a:gd name="T67" fmla="*/ 861 h 2595"/>
              <a:gd name="T68" fmla="*/ 1935 w 2599"/>
              <a:gd name="T69" fmla="*/ 749 h 2595"/>
              <a:gd name="T70" fmla="*/ 2177 w 2599"/>
              <a:gd name="T71" fmla="*/ 710 h 2595"/>
              <a:gd name="T72" fmla="*/ 2232 w 2599"/>
              <a:gd name="T73" fmla="*/ 656 h 2595"/>
              <a:gd name="T74" fmla="*/ 2159 w 2599"/>
              <a:gd name="T75" fmla="*/ 528 h 2595"/>
              <a:gd name="T76" fmla="*/ 2341 w 2599"/>
              <a:gd name="T77" fmla="*/ 551 h 2595"/>
              <a:gd name="T78" fmla="*/ 2081 w 2599"/>
              <a:gd name="T79" fmla="*/ 424 h 2595"/>
              <a:gd name="T80" fmla="*/ 1928 w 2599"/>
              <a:gd name="T81" fmla="*/ 376 h 2595"/>
              <a:gd name="T82" fmla="*/ 2081 w 2599"/>
              <a:gd name="T83" fmla="*/ 424 h 2595"/>
              <a:gd name="T84" fmla="*/ 2069 w 2599"/>
              <a:gd name="T85" fmla="*/ 2134 h 2595"/>
              <a:gd name="T86" fmla="*/ 460 w 2599"/>
              <a:gd name="T87" fmla="*/ 2134 h 2595"/>
              <a:gd name="T88" fmla="*/ 460 w 2599"/>
              <a:gd name="T89" fmla="*/ 525 h 2595"/>
              <a:gd name="T90" fmla="*/ 1800 w 2599"/>
              <a:gd name="T91" fmla="*/ 325 h 2595"/>
              <a:gd name="T92" fmla="*/ 1265 w 2599"/>
              <a:gd name="T93" fmla="*/ 444 h 2595"/>
              <a:gd name="T94" fmla="*/ 380 w 2599"/>
              <a:gd name="T95" fmla="*/ 1329 h 2595"/>
              <a:gd name="T96" fmla="*/ 1265 w 2599"/>
              <a:gd name="T97" fmla="*/ 2214 h 2595"/>
              <a:gd name="T98" fmla="*/ 2150 w 2599"/>
              <a:gd name="T99" fmla="*/ 1329 h 2595"/>
              <a:gd name="T100" fmla="*/ 2269 w 2599"/>
              <a:gd name="T101" fmla="*/ 796 h 2595"/>
              <a:gd name="T102" fmla="*/ 2403 w 2599"/>
              <a:gd name="T103" fmla="*/ 1330 h 2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599" h="2595">
                <a:moveTo>
                  <a:pt x="2599" y="477"/>
                </a:moveTo>
                <a:cubicBezTo>
                  <a:pt x="2204" y="392"/>
                  <a:pt x="2204" y="392"/>
                  <a:pt x="2204" y="392"/>
                </a:cubicBezTo>
                <a:cubicBezTo>
                  <a:pt x="2126" y="0"/>
                  <a:pt x="2126" y="0"/>
                  <a:pt x="2126" y="0"/>
                </a:cubicBezTo>
                <a:cubicBezTo>
                  <a:pt x="1893" y="233"/>
                  <a:pt x="1893" y="233"/>
                  <a:pt x="1893" y="233"/>
                </a:cubicBezTo>
                <a:cubicBezTo>
                  <a:pt x="1703" y="123"/>
                  <a:pt x="1487" y="65"/>
                  <a:pt x="1265" y="65"/>
                </a:cubicBezTo>
                <a:cubicBezTo>
                  <a:pt x="1094" y="65"/>
                  <a:pt x="928" y="99"/>
                  <a:pt x="772" y="165"/>
                </a:cubicBezTo>
                <a:cubicBezTo>
                  <a:pt x="622" y="228"/>
                  <a:pt x="487" y="320"/>
                  <a:pt x="371" y="436"/>
                </a:cubicBezTo>
                <a:cubicBezTo>
                  <a:pt x="254" y="552"/>
                  <a:pt x="163" y="687"/>
                  <a:pt x="100" y="838"/>
                </a:cubicBezTo>
                <a:cubicBezTo>
                  <a:pt x="34" y="994"/>
                  <a:pt x="0" y="1159"/>
                  <a:pt x="0" y="1330"/>
                </a:cubicBezTo>
                <a:cubicBezTo>
                  <a:pt x="0" y="1500"/>
                  <a:pt x="34" y="1666"/>
                  <a:pt x="100" y="1822"/>
                </a:cubicBezTo>
                <a:cubicBezTo>
                  <a:pt x="163" y="1973"/>
                  <a:pt x="254" y="2108"/>
                  <a:pt x="371" y="2224"/>
                </a:cubicBezTo>
                <a:cubicBezTo>
                  <a:pt x="487" y="2340"/>
                  <a:pt x="622" y="2431"/>
                  <a:pt x="772" y="2495"/>
                </a:cubicBezTo>
                <a:cubicBezTo>
                  <a:pt x="928" y="2561"/>
                  <a:pt x="1094" y="2595"/>
                  <a:pt x="1265" y="2595"/>
                </a:cubicBezTo>
                <a:cubicBezTo>
                  <a:pt x="1435" y="2595"/>
                  <a:pt x="1601" y="2561"/>
                  <a:pt x="1757" y="2495"/>
                </a:cubicBezTo>
                <a:cubicBezTo>
                  <a:pt x="1908" y="2431"/>
                  <a:pt x="2043" y="2340"/>
                  <a:pt x="2159" y="2224"/>
                </a:cubicBezTo>
                <a:cubicBezTo>
                  <a:pt x="2275" y="2108"/>
                  <a:pt x="2366" y="1973"/>
                  <a:pt x="2430" y="1822"/>
                </a:cubicBezTo>
                <a:cubicBezTo>
                  <a:pt x="2496" y="1666"/>
                  <a:pt x="2529" y="1500"/>
                  <a:pt x="2529" y="1330"/>
                </a:cubicBezTo>
                <a:cubicBezTo>
                  <a:pt x="2529" y="1109"/>
                  <a:pt x="2472" y="894"/>
                  <a:pt x="2364" y="705"/>
                </a:cubicBezTo>
                <a:lnTo>
                  <a:pt x="2599" y="477"/>
                </a:lnTo>
                <a:close/>
                <a:moveTo>
                  <a:pt x="1976" y="1081"/>
                </a:moveTo>
                <a:cubicBezTo>
                  <a:pt x="1980" y="1076"/>
                  <a:pt x="1980" y="1076"/>
                  <a:pt x="1980" y="1076"/>
                </a:cubicBezTo>
                <a:cubicBezTo>
                  <a:pt x="2009" y="1157"/>
                  <a:pt x="2024" y="1242"/>
                  <a:pt x="2024" y="1330"/>
                </a:cubicBezTo>
                <a:cubicBezTo>
                  <a:pt x="2024" y="1532"/>
                  <a:pt x="1945" y="1723"/>
                  <a:pt x="1801" y="1866"/>
                </a:cubicBezTo>
                <a:cubicBezTo>
                  <a:pt x="1658" y="2010"/>
                  <a:pt x="1468" y="2089"/>
                  <a:pt x="1265" y="2089"/>
                </a:cubicBezTo>
                <a:cubicBezTo>
                  <a:pt x="1062" y="2089"/>
                  <a:pt x="871" y="2010"/>
                  <a:pt x="728" y="1866"/>
                </a:cubicBezTo>
                <a:cubicBezTo>
                  <a:pt x="585" y="1723"/>
                  <a:pt x="506" y="1532"/>
                  <a:pt x="506" y="1330"/>
                </a:cubicBezTo>
                <a:cubicBezTo>
                  <a:pt x="506" y="1127"/>
                  <a:pt x="585" y="936"/>
                  <a:pt x="728" y="793"/>
                </a:cubicBezTo>
                <a:cubicBezTo>
                  <a:pt x="871" y="650"/>
                  <a:pt x="1062" y="571"/>
                  <a:pt x="1265" y="571"/>
                </a:cubicBezTo>
                <a:cubicBezTo>
                  <a:pt x="1351" y="571"/>
                  <a:pt x="1434" y="585"/>
                  <a:pt x="1513" y="612"/>
                </a:cubicBezTo>
                <a:cubicBezTo>
                  <a:pt x="1512" y="613"/>
                  <a:pt x="1512" y="613"/>
                  <a:pt x="1512" y="613"/>
                </a:cubicBezTo>
                <a:cubicBezTo>
                  <a:pt x="1574" y="920"/>
                  <a:pt x="1574" y="920"/>
                  <a:pt x="1574" y="920"/>
                </a:cubicBezTo>
                <a:cubicBezTo>
                  <a:pt x="1523" y="970"/>
                  <a:pt x="1523" y="970"/>
                  <a:pt x="1523" y="970"/>
                </a:cubicBezTo>
                <a:cubicBezTo>
                  <a:pt x="1450" y="918"/>
                  <a:pt x="1361" y="887"/>
                  <a:pt x="1265" y="887"/>
                </a:cubicBezTo>
                <a:cubicBezTo>
                  <a:pt x="1021" y="887"/>
                  <a:pt x="822" y="1085"/>
                  <a:pt x="822" y="1329"/>
                </a:cubicBezTo>
                <a:cubicBezTo>
                  <a:pt x="822" y="1573"/>
                  <a:pt x="1020" y="1772"/>
                  <a:pt x="1265" y="1772"/>
                </a:cubicBezTo>
                <a:cubicBezTo>
                  <a:pt x="1509" y="1772"/>
                  <a:pt x="1707" y="1573"/>
                  <a:pt x="1707" y="1329"/>
                </a:cubicBezTo>
                <a:cubicBezTo>
                  <a:pt x="1707" y="1230"/>
                  <a:pt x="1675" y="1139"/>
                  <a:pt x="1619" y="1065"/>
                </a:cubicBezTo>
                <a:cubicBezTo>
                  <a:pt x="1669" y="1014"/>
                  <a:pt x="1669" y="1014"/>
                  <a:pt x="1669" y="1014"/>
                </a:cubicBezTo>
                <a:lnTo>
                  <a:pt x="1976" y="1081"/>
                </a:lnTo>
                <a:close/>
                <a:moveTo>
                  <a:pt x="1580" y="1330"/>
                </a:moveTo>
                <a:cubicBezTo>
                  <a:pt x="1580" y="1504"/>
                  <a:pt x="1439" y="1645"/>
                  <a:pt x="1265" y="1645"/>
                </a:cubicBezTo>
                <a:cubicBezTo>
                  <a:pt x="1091" y="1645"/>
                  <a:pt x="949" y="1504"/>
                  <a:pt x="949" y="1330"/>
                </a:cubicBezTo>
                <a:cubicBezTo>
                  <a:pt x="949" y="1156"/>
                  <a:pt x="1091" y="1014"/>
                  <a:pt x="1265" y="1014"/>
                </a:cubicBezTo>
                <a:cubicBezTo>
                  <a:pt x="1329" y="1014"/>
                  <a:pt x="1389" y="1033"/>
                  <a:pt x="1439" y="1066"/>
                </a:cubicBezTo>
                <a:cubicBezTo>
                  <a:pt x="1297" y="1208"/>
                  <a:pt x="1297" y="1208"/>
                  <a:pt x="1297" y="1208"/>
                </a:cubicBezTo>
                <a:cubicBezTo>
                  <a:pt x="1287" y="1205"/>
                  <a:pt x="1276" y="1203"/>
                  <a:pt x="1264" y="1203"/>
                </a:cubicBezTo>
                <a:cubicBezTo>
                  <a:pt x="1195" y="1203"/>
                  <a:pt x="1138" y="1260"/>
                  <a:pt x="1138" y="1330"/>
                </a:cubicBezTo>
                <a:cubicBezTo>
                  <a:pt x="1138" y="1400"/>
                  <a:pt x="1194" y="1457"/>
                  <a:pt x="1264" y="1457"/>
                </a:cubicBezTo>
                <a:cubicBezTo>
                  <a:pt x="1334" y="1457"/>
                  <a:pt x="1391" y="1399"/>
                  <a:pt x="1391" y="1330"/>
                </a:cubicBezTo>
                <a:cubicBezTo>
                  <a:pt x="1391" y="1318"/>
                  <a:pt x="1390" y="1307"/>
                  <a:pt x="1387" y="1297"/>
                </a:cubicBezTo>
                <a:cubicBezTo>
                  <a:pt x="1528" y="1155"/>
                  <a:pt x="1528" y="1155"/>
                  <a:pt x="1528" y="1155"/>
                </a:cubicBezTo>
                <a:cubicBezTo>
                  <a:pt x="1561" y="1205"/>
                  <a:pt x="1580" y="1265"/>
                  <a:pt x="1580" y="1330"/>
                </a:cubicBezTo>
                <a:close/>
                <a:moveTo>
                  <a:pt x="1841" y="661"/>
                </a:moveTo>
                <a:cubicBezTo>
                  <a:pt x="1802" y="502"/>
                  <a:pt x="1802" y="502"/>
                  <a:pt x="1802" y="502"/>
                </a:cubicBezTo>
                <a:cubicBezTo>
                  <a:pt x="1876" y="428"/>
                  <a:pt x="1876" y="428"/>
                  <a:pt x="1876" y="428"/>
                </a:cubicBezTo>
                <a:cubicBezTo>
                  <a:pt x="1916" y="588"/>
                  <a:pt x="1916" y="588"/>
                  <a:pt x="1916" y="588"/>
                </a:cubicBezTo>
                <a:lnTo>
                  <a:pt x="1841" y="661"/>
                </a:lnTo>
                <a:close/>
                <a:moveTo>
                  <a:pt x="1750" y="555"/>
                </a:moveTo>
                <a:cubicBezTo>
                  <a:pt x="1789" y="712"/>
                  <a:pt x="1789" y="712"/>
                  <a:pt x="1789" y="712"/>
                </a:cubicBezTo>
                <a:cubicBezTo>
                  <a:pt x="1682" y="816"/>
                  <a:pt x="1682" y="816"/>
                  <a:pt x="1682" y="816"/>
                </a:cubicBezTo>
                <a:cubicBezTo>
                  <a:pt x="1649" y="655"/>
                  <a:pt x="1649" y="655"/>
                  <a:pt x="1649" y="655"/>
                </a:cubicBezTo>
                <a:lnTo>
                  <a:pt x="1750" y="555"/>
                </a:lnTo>
                <a:close/>
                <a:moveTo>
                  <a:pt x="2021" y="861"/>
                </a:moveTo>
                <a:cubicBezTo>
                  <a:pt x="1936" y="943"/>
                  <a:pt x="1936" y="943"/>
                  <a:pt x="1936" y="943"/>
                </a:cubicBezTo>
                <a:cubicBezTo>
                  <a:pt x="1775" y="908"/>
                  <a:pt x="1775" y="908"/>
                  <a:pt x="1775" y="908"/>
                </a:cubicBezTo>
                <a:cubicBezTo>
                  <a:pt x="1881" y="802"/>
                  <a:pt x="1881" y="802"/>
                  <a:pt x="1881" y="802"/>
                </a:cubicBezTo>
                <a:cubicBezTo>
                  <a:pt x="2047" y="835"/>
                  <a:pt x="2047" y="835"/>
                  <a:pt x="2047" y="835"/>
                </a:cubicBezTo>
                <a:lnTo>
                  <a:pt x="2021" y="861"/>
                </a:lnTo>
                <a:close/>
                <a:moveTo>
                  <a:pt x="2102" y="782"/>
                </a:moveTo>
                <a:cubicBezTo>
                  <a:pt x="1935" y="749"/>
                  <a:pt x="1935" y="749"/>
                  <a:pt x="1935" y="749"/>
                </a:cubicBezTo>
                <a:cubicBezTo>
                  <a:pt x="2008" y="676"/>
                  <a:pt x="2008" y="676"/>
                  <a:pt x="2008" y="676"/>
                </a:cubicBezTo>
                <a:cubicBezTo>
                  <a:pt x="2177" y="710"/>
                  <a:pt x="2177" y="710"/>
                  <a:pt x="2177" y="710"/>
                </a:cubicBezTo>
                <a:lnTo>
                  <a:pt x="2102" y="782"/>
                </a:lnTo>
                <a:close/>
                <a:moveTo>
                  <a:pt x="2232" y="656"/>
                </a:moveTo>
                <a:cubicBezTo>
                  <a:pt x="2062" y="622"/>
                  <a:pt x="2062" y="622"/>
                  <a:pt x="2062" y="622"/>
                </a:cubicBezTo>
                <a:cubicBezTo>
                  <a:pt x="2159" y="528"/>
                  <a:pt x="2159" y="528"/>
                  <a:pt x="2159" y="528"/>
                </a:cubicBezTo>
                <a:cubicBezTo>
                  <a:pt x="2174" y="515"/>
                  <a:pt x="2174" y="515"/>
                  <a:pt x="2174" y="515"/>
                </a:cubicBezTo>
                <a:cubicBezTo>
                  <a:pt x="2341" y="551"/>
                  <a:pt x="2341" y="551"/>
                  <a:pt x="2341" y="551"/>
                </a:cubicBezTo>
                <a:lnTo>
                  <a:pt x="2232" y="656"/>
                </a:lnTo>
                <a:close/>
                <a:moveTo>
                  <a:pt x="2081" y="424"/>
                </a:moveTo>
                <a:cubicBezTo>
                  <a:pt x="1968" y="537"/>
                  <a:pt x="1968" y="537"/>
                  <a:pt x="1968" y="537"/>
                </a:cubicBezTo>
                <a:cubicBezTo>
                  <a:pt x="1928" y="376"/>
                  <a:pt x="1928" y="376"/>
                  <a:pt x="1928" y="376"/>
                </a:cubicBezTo>
                <a:cubicBezTo>
                  <a:pt x="2048" y="256"/>
                  <a:pt x="2048" y="256"/>
                  <a:pt x="2048" y="256"/>
                </a:cubicBezTo>
                <a:lnTo>
                  <a:pt x="2081" y="424"/>
                </a:lnTo>
                <a:close/>
                <a:moveTo>
                  <a:pt x="2403" y="1330"/>
                </a:moveTo>
                <a:cubicBezTo>
                  <a:pt x="2403" y="1634"/>
                  <a:pt x="2284" y="1919"/>
                  <a:pt x="2069" y="2134"/>
                </a:cubicBezTo>
                <a:cubicBezTo>
                  <a:pt x="1854" y="2349"/>
                  <a:pt x="1569" y="2468"/>
                  <a:pt x="1265" y="2468"/>
                </a:cubicBezTo>
                <a:cubicBezTo>
                  <a:pt x="961" y="2468"/>
                  <a:pt x="675" y="2349"/>
                  <a:pt x="460" y="2134"/>
                </a:cubicBezTo>
                <a:cubicBezTo>
                  <a:pt x="245" y="1919"/>
                  <a:pt x="127" y="1634"/>
                  <a:pt x="127" y="1330"/>
                </a:cubicBezTo>
                <a:cubicBezTo>
                  <a:pt x="127" y="1026"/>
                  <a:pt x="245" y="740"/>
                  <a:pt x="460" y="525"/>
                </a:cubicBezTo>
                <a:cubicBezTo>
                  <a:pt x="675" y="310"/>
                  <a:pt x="961" y="191"/>
                  <a:pt x="1265" y="191"/>
                </a:cubicBezTo>
                <a:cubicBezTo>
                  <a:pt x="1454" y="191"/>
                  <a:pt x="1637" y="237"/>
                  <a:pt x="1800" y="325"/>
                </a:cubicBezTo>
                <a:cubicBezTo>
                  <a:pt x="1611" y="515"/>
                  <a:pt x="1611" y="515"/>
                  <a:pt x="1611" y="515"/>
                </a:cubicBezTo>
                <a:cubicBezTo>
                  <a:pt x="1502" y="468"/>
                  <a:pt x="1386" y="444"/>
                  <a:pt x="1265" y="444"/>
                </a:cubicBezTo>
                <a:cubicBezTo>
                  <a:pt x="1028" y="444"/>
                  <a:pt x="806" y="536"/>
                  <a:pt x="639" y="703"/>
                </a:cubicBezTo>
                <a:cubicBezTo>
                  <a:pt x="472" y="870"/>
                  <a:pt x="380" y="1093"/>
                  <a:pt x="380" y="1329"/>
                </a:cubicBezTo>
                <a:cubicBezTo>
                  <a:pt x="380" y="1566"/>
                  <a:pt x="472" y="1788"/>
                  <a:pt x="639" y="1955"/>
                </a:cubicBezTo>
                <a:cubicBezTo>
                  <a:pt x="806" y="2122"/>
                  <a:pt x="1028" y="2214"/>
                  <a:pt x="1265" y="2214"/>
                </a:cubicBezTo>
                <a:cubicBezTo>
                  <a:pt x="1501" y="2214"/>
                  <a:pt x="1724" y="2122"/>
                  <a:pt x="1891" y="1955"/>
                </a:cubicBezTo>
                <a:cubicBezTo>
                  <a:pt x="2058" y="1788"/>
                  <a:pt x="2150" y="1566"/>
                  <a:pt x="2150" y="1329"/>
                </a:cubicBezTo>
                <a:cubicBezTo>
                  <a:pt x="2150" y="1208"/>
                  <a:pt x="2126" y="1091"/>
                  <a:pt x="2078" y="981"/>
                </a:cubicBezTo>
                <a:cubicBezTo>
                  <a:pt x="2269" y="796"/>
                  <a:pt x="2269" y="796"/>
                  <a:pt x="2269" y="796"/>
                </a:cubicBezTo>
                <a:cubicBezTo>
                  <a:pt x="2357" y="959"/>
                  <a:pt x="2403" y="1142"/>
                  <a:pt x="2403" y="1330"/>
                </a:cubicBezTo>
                <a:close/>
                <a:moveTo>
                  <a:pt x="2403" y="1330"/>
                </a:moveTo>
                <a:cubicBezTo>
                  <a:pt x="2403" y="1330"/>
                  <a:pt x="2403" y="1330"/>
                  <a:pt x="2403" y="133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88620" y="361315"/>
            <a:ext cx="7531735" cy="337185"/>
            <a:chOff x="500" y="766"/>
            <a:chExt cx="11861" cy="531"/>
          </a:xfrm>
        </p:grpSpPr>
        <p:sp>
          <p:nvSpPr>
            <p:cNvPr id="15" name="矩形 14"/>
            <p:cNvSpPr/>
            <p:nvPr>
              <p:custDataLst>
                <p:tags r:id="rId1"/>
              </p:custDataLst>
            </p:nvPr>
          </p:nvSpPr>
          <p:spPr>
            <a:xfrm>
              <a:off x="9536" y="787"/>
              <a:ext cx="2608" cy="510"/>
            </a:xfrm>
            <a:prstGeom prst="rect">
              <a:avLst/>
            </a:prstGeom>
            <a:solidFill>
              <a:srgbClr val="314371"/>
            </a:solidFill>
            <a:ln w="6350">
              <a:solidFill>
                <a:srgbClr val="3143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2"/>
              </p:custDataLst>
            </p:nvPr>
          </p:nvSpPr>
          <p:spPr>
            <a:xfrm>
              <a:off x="9972" y="766"/>
              <a:ext cx="238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spc="-150">
                  <a:solidFill>
                    <a:schemeClr val="bg1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600" spc="-150">
                  <a:solidFill>
                    <a:schemeClr val="bg1"/>
                  </a:solidFill>
                  <a:cs typeface="+mn-ea"/>
                  <a:sym typeface="+mn-lt"/>
                </a:rPr>
                <a:t>组的目的</a:t>
              </a:r>
              <a:endParaRPr lang="zh-CN" altLang="en-US" sz="1600" spc="-15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6080" y="766"/>
              <a:ext cx="307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spc="-150">
                  <a:solidFill>
                    <a:srgbClr val="314371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600" spc="-150">
                  <a:solidFill>
                    <a:srgbClr val="314371"/>
                  </a:solidFill>
                  <a:cs typeface="+mn-ea"/>
                  <a:sym typeface="+mn-lt"/>
                </a:rPr>
                <a:t>组的宗旨</a:t>
              </a:r>
              <a:endParaRPr lang="zh-CN" altLang="en-US" sz="1600" spc="-150">
                <a:solidFill>
                  <a:srgbClr val="314371"/>
                </a:solidFill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4"/>
              </p:custDataLst>
            </p:nvPr>
          </p:nvSpPr>
          <p:spPr>
            <a:xfrm>
              <a:off x="2474" y="766"/>
              <a:ext cx="30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spc="-150">
                  <a:solidFill>
                    <a:srgbClr val="314371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600" spc="-150">
                  <a:solidFill>
                    <a:srgbClr val="314371"/>
                  </a:solidFill>
                  <a:cs typeface="+mn-ea"/>
                  <a:sym typeface="+mn-lt"/>
                </a:rPr>
                <a:t>组的定位</a:t>
              </a:r>
              <a:endParaRPr lang="zh-CN" altLang="en-US" sz="1600" spc="-150">
                <a:solidFill>
                  <a:srgbClr val="314371"/>
                </a:solidFill>
                <a:cs typeface="+mn-ea"/>
                <a:sym typeface="+mn-lt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5"/>
              </p:custDataLst>
            </p:nvPr>
          </p:nvSpPr>
          <p:spPr>
            <a:xfrm>
              <a:off x="500" y="766"/>
              <a:ext cx="203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spc="-150">
                  <a:solidFill>
                    <a:srgbClr val="314371"/>
                  </a:solidFill>
                  <a:cs typeface="+mn-ea"/>
                  <a:sym typeface="+mn-lt"/>
                </a:rPr>
                <a:t>目录</a:t>
              </a:r>
              <a:endParaRPr lang="zh-CN" altLang="en-US" sz="1600" spc="-150">
                <a:solidFill>
                  <a:srgbClr val="31437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/>
          <p:cNvSpPr txBox="1"/>
          <p:nvPr>
            <p:custDataLst>
              <p:tags r:id="rId6"/>
            </p:custDataLst>
          </p:nvPr>
        </p:nvSpPr>
        <p:spPr>
          <a:xfrm>
            <a:off x="735965" y="1045845"/>
            <a:ext cx="47136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600" b="1" spc="-150">
                <a:solidFill>
                  <a:schemeClr val="tx1"/>
                </a:solidFill>
                <a:cs typeface="+mn-ea"/>
                <a:sym typeface="+mn-lt"/>
              </a:rPr>
              <a:t>小鸟快修社团Web组的</a:t>
            </a:r>
            <a:r>
              <a:rPr lang="zh-CN" altLang="en-US" sz="2600" b="1" spc="-150">
                <a:solidFill>
                  <a:schemeClr val="tx1"/>
                </a:solidFill>
                <a:cs typeface="+mn-ea"/>
                <a:sym typeface="+mn-lt"/>
              </a:rPr>
              <a:t>目的</a:t>
            </a:r>
            <a:endParaRPr lang="zh-CN" altLang="en-US" sz="2600" b="1" spc="-15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88620" y="941070"/>
            <a:ext cx="652780" cy="695960"/>
            <a:chOff x="1439019" y="2809213"/>
            <a:chExt cx="2016432" cy="2016432"/>
          </a:xfrm>
        </p:grpSpPr>
        <p:sp>
          <p:nvSpPr>
            <p:cNvPr id="47" name="椭圆 46"/>
            <p:cNvSpPr/>
            <p:nvPr>
              <p:custDataLst>
                <p:tags r:id="rId7"/>
              </p:custDataLst>
            </p:nvPr>
          </p:nvSpPr>
          <p:spPr>
            <a:xfrm>
              <a:off x="1528231" y="2898425"/>
              <a:ext cx="1838008" cy="1838008"/>
            </a:xfrm>
            <a:prstGeom prst="ellipse">
              <a:avLst/>
            </a:prstGeom>
            <a:solidFill>
              <a:srgbClr val="31437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8" name="组合 47"/>
            <p:cNvGrpSpPr/>
            <p:nvPr/>
          </p:nvGrpSpPr>
          <p:grpSpPr>
            <a:xfrm flipH="1">
              <a:off x="2011642" y="3450879"/>
              <a:ext cx="871186" cy="815944"/>
              <a:chOff x="2433638" y="3175"/>
              <a:chExt cx="7310438" cy="6846888"/>
            </a:xfrm>
            <a:solidFill>
              <a:schemeClr val="bg1"/>
            </a:solidFill>
          </p:grpSpPr>
          <p:sp>
            <p:nvSpPr>
              <p:cNvPr id="49" name="Freeform 3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328988" y="915988"/>
                <a:ext cx="5502275" cy="3675063"/>
              </a:xfrm>
              <a:custGeom>
                <a:avLst/>
                <a:gdLst>
                  <a:gd name="T0" fmla="*/ 1927 w 2012"/>
                  <a:gd name="T1" fmla="*/ 0 h 1344"/>
                  <a:gd name="T2" fmla="*/ 85 w 2012"/>
                  <a:gd name="T3" fmla="*/ 0 h 1344"/>
                  <a:gd name="T4" fmla="*/ 0 w 2012"/>
                  <a:gd name="T5" fmla="*/ 86 h 1344"/>
                  <a:gd name="T6" fmla="*/ 0 w 2012"/>
                  <a:gd name="T7" fmla="*/ 1259 h 1344"/>
                  <a:gd name="T8" fmla="*/ 85 w 2012"/>
                  <a:gd name="T9" fmla="*/ 1344 h 1344"/>
                  <a:gd name="T10" fmla="*/ 1927 w 2012"/>
                  <a:gd name="T11" fmla="*/ 1344 h 1344"/>
                  <a:gd name="T12" fmla="*/ 2012 w 2012"/>
                  <a:gd name="T13" fmla="*/ 1259 h 1344"/>
                  <a:gd name="T14" fmla="*/ 2012 w 2012"/>
                  <a:gd name="T15" fmla="*/ 79 h 1344"/>
                  <a:gd name="T16" fmla="*/ 1927 w 2012"/>
                  <a:gd name="T17" fmla="*/ 0 h 1344"/>
                  <a:gd name="T18" fmla="*/ 1927 w 2012"/>
                  <a:gd name="T19" fmla="*/ 1252 h 1344"/>
                  <a:gd name="T20" fmla="*/ 92 w 2012"/>
                  <a:gd name="T21" fmla="*/ 1252 h 1344"/>
                  <a:gd name="T22" fmla="*/ 92 w 2012"/>
                  <a:gd name="T23" fmla="*/ 79 h 1344"/>
                  <a:gd name="T24" fmla="*/ 1934 w 2012"/>
                  <a:gd name="T25" fmla="*/ 79 h 1344"/>
                  <a:gd name="T26" fmla="*/ 1934 w 2012"/>
                  <a:gd name="T27" fmla="*/ 1252 h 1344"/>
                  <a:gd name="T28" fmla="*/ 1927 w 2012"/>
                  <a:gd name="T29" fmla="*/ 1252 h 1344"/>
                  <a:gd name="T30" fmla="*/ 1927 w 2012"/>
                  <a:gd name="T31" fmla="*/ 1252 h 1344"/>
                  <a:gd name="T32" fmla="*/ 1927 w 2012"/>
                  <a:gd name="T33" fmla="*/ 1252 h 1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011" h="1344">
                    <a:moveTo>
                      <a:pt x="1927" y="0"/>
                    </a:moveTo>
                    <a:cubicBezTo>
                      <a:pt x="85" y="0"/>
                      <a:pt x="85" y="0"/>
                      <a:pt x="85" y="0"/>
                    </a:cubicBezTo>
                    <a:cubicBezTo>
                      <a:pt x="40" y="0"/>
                      <a:pt x="0" y="40"/>
                      <a:pt x="0" y="86"/>
                    </a:cubicBezTo>
                    <a:cubicBezTo>
                      <a:pt x="0" y="1259"/>
                      <a:pt x="0" y="1259"/>
                      <a:pt x="0" y="1259"/>
                    </a:cubicBezTo>
                    <a:cubicBezTo>
                      <a:pt x="0" y="1305"/>
                      <a:pt x="40" y="1344"/>
                      <a:pt x="85" y="1344"/>
                    </a:cubicBezTo>
                    <a:cubicBezTo>
                      <a:pt x="1927" y="1344"/>
                      <a:pt x="1927" y="1344"/>
                      <a:pt x="1927" y="1344"/>
                    </a:cubicBezTo>
                    <a:cubicBezTo>
                      <a:pt x="1973" y="1344"/>
                      <a:pt x="2012" y="1305"/>
                      <a:pt x="2012" y="1259"/>
                    </a:cubicBezTo>
                    <a:cubicBezTo>
                      <a:pt x="2012" y="79"/>
                      <a:pt x="2012" y="79"/>
                      <a:pt x="2012" y="79"/>
                    </a:cubicBezTo>
                    <a:cubicBezTo>
                      <a:pt x="2012" y="33"/>
                      <a:pt x="1979" y="0"/>
                      <a:pt x="1927" y="0"/>
                    </a:cubicBezTo>
                    <a:close/>
                    <a:moveTo>
                      <a:pt x="1927" y="1252"/>
                    </a:moveTo>
                    <a:cubicBezTo>
                      <a:pt x="92" y="1252"/>
                      <a:pt x="92" y="1252"/>
                      <a:pt x="92" y="1252"/>
                    </a:cubicBezTo>
                    <a:cubicBezTo>
                      <a:pt x="92" y="79"/>
                      <a:pt x="92" y="79"/>
                      <a:pt x="92" y="79"/>
                    </a:cubicBezTo>
                    <a:cubicBezTo>
                      <a:pt x="1934" y="79"/>
                      <a:pt x="1934" y="79"/>
                      <a:pt x="1934" y="79"/>
                    </a:cubicBezTo>
                    <a:cubicBezTo>
                      <a:pt x="1934" y="1252"/>
                      <a:pt x="1934" y="1252"/>
                      <a:pt x="1934" y="1252"/>
                    </a:cubicBezTo>
                    <a:lnTo>
                      <a:pt x="1927" y="1252"/>
                    </a:lnTo>
                    <a:close/>
                    <a:moveTo>
                      <a:pt x="1927" y="1252"/>
                    </a:moveTo>
                    <a:cubicBezTo>
                      <a:pt x="1927" y="1252"/>
                      <a:pt x="1927" y="1252"/>
                      <a:pt x="1927" y="125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Freeform 31"/>
              <p:cNvSpPr>
                <a:spLocks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2433638" y="3175"/>
                <a:ext cx="7310438" cy="6846888"/>
              </a:xfrm>
              <a:custGeom>
                <a:avLst/>
                <a:gdLst>
                  <a:gd name="T0" fmla="*/ 2424 w 2673"/>
                  <a:gd name="T1" fmla="*/ 0 h 2504"/>
                  <a:gd name="T2" fmla="*/ 249 w 2673"/>
                  <a:gd name="T3" fmla="*/ 0 h 2504"/>
                  <a:gd name="T4" fmla="*/ 0 w 2673"/>
                  <a:gd name="T5" fmla="*/ 249 h 2504"/>
                  <a:gd name="T6" fmla="*/ 0 w 2673"/>
                  <a:gd name="T7" fmla="*/ 1920 h 2504"/>
                  <a:gd name="T8" fmla="*/ 249 w 2673"/>
                  <a:gd name="T9" fmla="*/ 2169 h 2504"/>
                  <a:gd name="T10" fmla="*/ 1087 w 2673"/>
                  <a:gd name="T11" fmla="*/ 2169 h 2504"/>
                  <a:gd name="T12" fmla="*/ 1087 w 2673"/>
                  <a:gd name="T13" fmla="*/ 2274 h 2504"/>
                  <a:gd name="T14" fmla="*/ 563 w 2673"/>
                  <a:gd name="T15" fmla="*/ 2340 h 2504"/>
                  <a:gd name="T16" fmla="*/ 498 w 2673"/>
                  <a:gd name="T17" fmla="*/ 2418 h 2504"/>
                  <a:gd name="T18" fmla="*/ 583 w 2673"/>
                  <a:gd name="T19" fmla="*/ 2504 h 2504"/>
                  <a:gd name="T20" fmla="*/ 2090 w 2673"/>
                  <a:gd name="T21" fmla="*/ 2504 h 2504"/>
                  <a:gd name="T22" fmla="*/ 2175 w 2673"/>
                  <a:gd name="T23" fmla="*/ 2418 h 2504"/>
                  <a:gd name="T24" fmla="*/ 2110 w 2673"/>
                  <a:gd name="T25" fmla="*/ 2340 h 2504"/>
                  <a:gd name="T26" fmla="*/ 1585 w 2673"/>
                  <a:gd name="T27" fmla="*/ 2274 h 2504"/>
                  <a:gd name="T28" fmla="*/ 1585 w 2673"/>
                  <a:gd name="T29" fmla="*/ 2169 h 2504"/>
                  <a:gd name="T30" fmla="*/ 2424 w 2673"/>
                  <a:gd name="T31" fmla="*/ 2169 h 2504"/>
                  <a:gd name="T32" fmla="*/ 2673 w 2673"/>
                  <a:gd name="T33" fmla="*/ 1920 h 2504"/>
                  <a:gd name="T34" fmla="*/ 2673 w 2673"/>
                  <a:gd name="T35" fmla="*/ 249 h 2504"/>
                  <a:gd name="T36" fmla="*/ 2424 w 2673"/>
                  <a:gd name="T37" fmla="*/ 0 h 2504"/>
                  <a:gd name="T38" fmla="*/ 2510 w 2673"/>
                  <a:gd name="T39" fmla="*/ 1920 h 2504"/>
                  <a:gd name="T40" fmla="*/ 2424 w 2673"/>
                  <a:gd name="T41" fmla="*/ 2006 h 2504"/>
                  <a:gd name="T42" fmla="*/ 249 w 2673"/>
                  <a:gd name="T43" fmla="*/ 2006 h 2504"/>
                  <a:gd name="T44" fmla="*/ 163 w 2673"/>
                  <a:gd name="T45" fmla="*/ 1920 h 2504"/>
                  <a:gd name="T46" fmla="*/ 163 w 2673"/>
                  <a:gd name="T47" fmla="*/ 249 h 2504"/>
                  <a:gd name="T48" fmla="*/ 249 w 2673"/>
                  <a:gd name="T49" fmla="*/ 164 h 2504"/>
                  <a:gd name="T50" fmla="*/ 2424 w 2673"/>
                  <a:gd name="T51" fmla="*/ 164 h 2504"/>
                  <a:gd name="T52" fmla="*/ 2510 w 2673"/>
                  <a:gd name="T53" fmla="*/ 249 h 2504"/>
                  <a:gd name="T54" fmla="*/ 2510 w 2673"/>
                  <a:gd name="T55" fmla="*/ 1920 h 2504"/>
                  <a:gd name="T56" fmla="*/ 2510 w 2673"/>
                  <a:gd name="T57" fmla="*/ 1920 h 2504"/>
                  <a:gd name="T58" fmla="*/ 2510 w 2673"/>
                  <a:gd name="T59" fmla="*/ 1920 h 2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673" h="2504">
                    <a:moveTo>
                      <a:pt x="2424" y="0"/>
                    </a:moveTo>
                    <a:cubicBezTo>
                      <a:pt x="249" y="0"/>
                      <a:pt x="249" y="0"/>
                      <a:pt x="249" y="0"/>
                    </a:cubicBezTo>
                    <a:cubicBezTo>
                      <a:pt x="111" y="0"/>
                      <a:pt x="0" y="112"/>
                      <a:pt x="0" y="249"/>
                    </a:cubicBezTo>
                    <a:cubicBezTo>
                      <a:pt x="0" y="1920"/>
                      <a:pt x="0" y="1920"/>
                      <a:pt x="0" y="1920"/>
                    </a:cubicBezTo>
                    <a:cubicBezTo>
                      <a:pt x="0" y="2058"/>
                      <a:pt x="111" y="2169"/>
                      <a:pt x="249" y="2169"/>
                    </a:cubicBezTo>
                    <a:cubicBezTo>
                      <a:pt x="1087" y="2169"/>
                      <a:pt x="1087" y="2169"/>
                      <a:pt x="1087" y="2169"/>
                    </a:cubicBezTo>
                    <a:cubicBezTo>
                      <a:pt x="1087" y="2274"/>
                      <a:pt x="1087" y="2274"/>
                      <a:pt x="1087" y="2274"/>
                    </a:cubicBezTo>
                    <a:cubicBezTo>
                      <a:pt x="563" y="2340"/>
                      <a:pt x="563" y="2340"/>
                      <a:pt x="563" y="2340"/>
                    </a:cubicBezTo>
                    <a:cubicBezTo>
                      <a:pt x="524" y="2346"/>
                      <a:pt x="498" y="2386"/>
                      <a:pt x="498" y="2418"/>
                    </a:cubicBezTo>
                    <a:cubicBezTo>
                      <a:pt x="498" y="2464"/>
                      <a:pt x="537" y="2504"/>
                      <a:pt x="583" y="2504"/>
                    </a:cubicBezTo>
                    <a:cubicBezTo>
                      <a:pt x="2090" y="2504"/>
                      <a:pt x="2090" y="2504"/>
                      <a:pt x="2090" y="2504"/>
                    </a:cubicBezTo>
                    <a:cubicBezTo>
                      <a:pt x="2136" y="2504"/>
                      <a:pt x="2175" y="2464"/>
                      <a:pt x="2175" y="2418"/>
                    </a:cubicBezTo>
                    <a:cubicBezTo>
                      <a:pt x="2175" y="2379"/>
                      <a:pt x="2149" y="2346"/>
                      <a:pt x="2110" y="2340"/>
                    </a:cubicBezTo>
                    <a:cubicBezTo>
                      <a:pt x="1585" y="2274"/>
                      <a:pt x="1585" y="2274"/>
                      <a:pt x="1585" y="2274"/>
                    </a:cubicBezTo>
                    <a:cubicBezTo>
                      <a:pt x="1585" y="2169"/>
                      <a:pt x="1585" y="2169"/>
                      <a:pt x="1585" y="2169"/>
                    </a:cubicBezTo>
                    <a:cubicBezTo>
                      <a:pt x="2424" y="2169"/>
                      <a:pt x="2424" y="2169"/>
                      <a:pt x="2424" y="2169"/>
                    </a:cubicBezTo>
                    <a:cubicBezTo>
                      <a:pt x="2562" y="2169"/>
                      <a:pt x="2673" y="2058"/>
                      <a:pt x="2673" y="1920"/>
                    </a:cubicBezTo>
                    <a:cubicBezTo>
                      <a:pt x="2673" y="249"/>
                      <a:pt x="2673" y="249"/>
                      <a:pt x="2673" y="249"/>
                    </a:cubicBezTo>
                    <a:cubicBezTo>
                      <a:pt x="2673" y="112"/>
                      <a:pt x="2562" y="0"/>
                      <a:pt x="2424" y="0"/>
                    </a:cubicBezTo>
                    <a:close/>
                    <a:moveTo>
                      <a:pt x="2510" y="1920"/>
                    </a:moveTo>
                    <a:cubicBezTo>
                      <a:pt x="2510" y="1966"/>
                      <a:pt x="2470" y="2006"/>
                      <a:pt x="2424" y="2006"/>
                    </a:cubicBezTo>
                    <a:cubicBezTo>
                      <a:pt x="249" y="2006"/>
                      <a:pt x="249" y="2006"/>
                      <a:pt x="249" y="2006"/>
                    </a:cubicBezTo>
                    <a:cubicBezTo>
                      <a:pt x="203" y="2006"/>
                      <a:pt x="163" y="1966"/>
                      <a:pt x="163" y="1920"/>
                    </a:cubicBezTo>
                    <a:cubicBezTo>
                      <a:pt x="163" y="249"/>
                      <a:pt x="163" y="249"/>
                      <a:pt x="163" y="249"/>
                    </a:cubicBezTo>
                    <a:cubicBezTo>
                      <a:pt x="163" y="203"/>
                      <a:pt x="203" y="164"/>
                      <a:pt x="249" y="164"/>
                    </a:cubicBezTo>
                    <a:cubicBezTo>
                      <a:pt x="2424" y="164"/>
                      <a:pt x="2424" y="164"/>
                      <a:pt x="2424" y="164"/>
                    </a:cubicBezTo>
                    <a:cubicBezTo>
                      <a:pt x="2470" y="164"/>
                      <a:pt x="2510" y="203"/>
                      <a:pt x="2510" y="249"/>
                    </a:cubicBezTo>
                    <a:lnTo>
                      <a:pt x="2510" y="1920"/>
                    </a:lnTo>
                    <a:close/>
                    <a:moveTo>
                      <a:pt x="2510" y="1920"/>
                    </a:moveTo>
                    <a:cubicBezTo>
                      <a:pt x="2510" y="1920"/>
                      <a:pt x="2510" y="1920"/>
                      <a:pt x="2510" y="192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1" name="椭圆 50"/>
            <p:cNvSpPr/>
            <p:nvPr>
              <p:custDataLst>
                <p:tags r:id="rId10"/>
              </p:custDataLst>
            </p:nvPr>
          </p:nvSpPr>
          <p:spPr>
            <a:xfrm>
              <a:off x="1439019" y="2809213"/>
              <a:ext cx="2016432" cy="2016432"/>
            </a:xfrm>
            <a:prstGeom prst="ellipse">
              <a:avLst/>
            </a:prstGeom>
            <a:noFill/>
            <a:ln w="19050">
              <a:solidFill>
                <a:srgbClr val="3143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4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/>
      <p:bldP spid="42" grpId="0" bldLvl="0" animBg="1"/>
      <p:bldP spid="43" grpId="0" bldLvl="0" animBg="1"/>
      <p:bldP spid="21" grpId="0" bldLvl="0" animBg="1"/>
      <p:bldP spid="22" grpId="0"/>
      <p:bldP spid="23" grpId="0"/>
      <p:bldP spid="29" grpId="0" bldLvl="0" animBg="1"/>
      <p:bldP spid="30" grpId="0"/>
      <p:bldP spid="31" grpId="0"/>
      <p:bldP spid="32" grpId="0" bldLvl="0" animBg="1"/>
      <p:bldP spid="34" grpId="0" bldLvl="0" animBg="1"/>
      <p:bldP spid="35" grpId="0"/>
      <p:bldP spid="36" grpId="0"/>
      <p:bldP spid="37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COMMONDATA" val="eyJoZGlkIjoiZjY2M2VjYWE2NDE0NWUxN2JiNzEzYTk3OTQ5NDQ4OTc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0od3bi3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WPS 演示</Application>
  <PresentationFormat/>
  <Paragraphs>100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王子航</cp:lastModifiedBy>
  <cp:revision>5</cp:revision>
  <cp:lastPrinted>2025-05-01T05:29:00Z</cp:lastPrinted>
  <dcterms:created xsi:type="dcterms:W3CDTF">2025-05-01T05:29:00Z</dcterms:created>
  <dcterms:modified xsi:type="dcterms:W3CDTF">2025-10-13T12:55:53Z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858D5CCE6523498AA312370350AA07E2_13</vt:lpwstr>
  </property>
  <property fmtid="{D5CDD505-2E9C-101B-9397-08002B2CF9AE}" pid="3" name="KSOProductBuildVer">
    <vt:lpwstr>2052-11.1.0.14252</vt:lpwstr>
  </property>
</Properties>
</file>